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4" Type="http://schemas.openxmlformats.org/officeDocument/2006/relationships/extended-properties" Target="docProps/app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6" d="100"/>
          <a:sy n="76" d="100"/>
        </p:scale>
        <p:origin x="62" y="10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 /><Relationship Id="rId3" Type="http://schemas.openxmlformats.org/officeDocument/2006/relationships/slide" Target="slides/slide2.xml" /><Relationship Id="rId7" Type="http://schemas.openxmlformats.org/officeDocument/2006/relationships/slide" Target="slides/slide6.xml" /><Relationship Id="rId2" Type="http://schemas.openxmlformats.org/officeDocument/2006/relationships/slide" Target="slides/slide1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tableStyles" Target="tableStyles.xml" /><Relationship Id="rId5" Type="http://schemas.openxmlformats.org/officeDocument/2006/relationships/slide" Target="slides/slide4.xml" /><Relationship Id="rId10" Type="http://schemas.openxmlformats.org/officeDocument/2006/relationships/theme" Target="theme/theme1.xml" /><Relationship Id="rId4" Type="http://schemas.openxmlformats.org/officeDocument/2006/relationships/slide" Target="slides/slide3.xml" /><Relationship Id="rId9" Type="http://schemas.openxmlformats.org/officeDocument/2006/relationships/viewProps" Target="viewProps.xml" 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499E7EB-CEF8-425B-9A09-4B135A0A5934}" type="doc">
      <dgm:prSet loTypeId="urn:microsoft.com/office/officeart/2016/7/layout/LinearBlockProcessNumbered" loCatId="process" qsTypeId="urn:microsoft.com/office/officeart/2005/8/quickstyle/simple4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3F62AA3D-A27D-4474-AD79-CC5B2845374E}">
      <dgm:prSet/>
      <dgm:spPr/>
      <dgm:t>
        <a:bodyPr/>
        <a:lstStyle/>
        <a:p>
          <a:r>
            <a:rPr lang="en-US" b="1"/>
            <a:t>OOP (Object-Oriented Programming)</a:t>
          </a:r>
          <a:r>
            <a:rPr lang="en-US"/>
            <a:t> არის პროგრამირების მეთოდი, სადაც პროგრამა შედგება ობიექტებისგან.</a:t>
          </a:r>
        </a:p>
      </dgm:t>
    </dgm:pt>
    <dgm:pt modelId="{172F8DB7-0F8B-439A-9DCD-378815F8BBB0}" type="parTrans" cxnId="{4FF12DBF-50B4-4CC7-9287-3B61EFC17181}">
      <dgm:prSet/>
      <dgm:spPr/>
      <dgm:t>
        <a:bodyPr/>
        <a:lstStyle/>
        <a:p>
          <a:endParaRPr lang="en-US"/>
        </a:p>
      </dgm:t>
    </dgm:pt>
    <dgm:pt modelId="{53002C8A-4B76-4B84-B1BA-32C39BAC2CFC}" type="sibTrans" cxnId="{4FF12DBF-50B4-4CC7-9287-3B61EFC17181}">
      <dgm:prSet phldrT="01" phldr="0"/>
      <dgm:spPr/>
      <dgm:t>
        <a:bodyPr/>
        <a:lstStyle/>
        <a:p>
          <a:r>
            <a:rPr lang="en-US"/>
            <a:t>01</a:t>
          </a:r>
        </a:p>
      </dgm:t>
    </dgm:pt>
    <dgm:pt modelId="{44B836F6-4135-49AC-AEFC-7EE95AFB337C}">
      <dgm:prSet/>
      <dgm:spPr/>
      <dgm:t>
        <a:bodyPr/>
        <a:lstStyle/>
        <a:p>
          <a:r>
            <a:rPr lang="ka-GE" dirty="0"/>
            <a:t>ძველი პროგრამები:იყო არეულირთულად გასაგები</a:t>
          </a:r>
          <a:endParaRPr lang="en-US" dirty="0"/>
        </a:p>
      </dgm:t>
    </dgm:pt>
    <dgm:pt modelId="{DEE260E5-7C6B-4DD0-BCCA-9A7ACBBE2323}" type="parTrans" cxnId="{429FCF8F-B03A-400D-AE98-5AA5EA974FAD}">
      <dgm:prSet/>
      <dgm:spPr/>
      <dgm:t>
        <a:bodyPr/>
        <a:lstStyle/>
        <a:p>
          <a:endParaRPr lang="en-US"/>
        </a:p>
      </dgm:t>
    </dgm:pt>
    <dgm:pt modelId="{994D8353-731F-48A7-B425-6204FA21D22A}" type="sibTrans" cxnId="{429FCF8F-B03A-400D-AE98-5AA5EA974FAD}">
      <dgm:prSet phldrT="02" phldr="0"/>
      <dgm:spPr/>
      <dgm:t>
        <a:bodyPr/>
        <a:lstStyle/>
        <a:p>
          <a:r>
            <a:rPr lang="en-US"/>
            <a:t>02</a:t>
          </a:r>
        </a:p>
      </dgm:t>
    </dgm:pt>
    <dgm:pt modelId="{2B09BF52-B99C-409E-A199-FBEA6DDC2550}">
      <dgm:prSet/>
      <dgm:spPr/>
      <dgm:t>
        <a:bodyPr/>
        <a:lstStyle/>
        <a:p>
          <a:r>
            <a:rPr lang="ka-GE"/>
            <a:t>დიდი პროექტები </a:t>
          </a:r>
          <a:endParaRPr lang="en-US"/>
        </a:p>
      </dgm:t>
    </dgm:pt>
    <dgm:pt modelId="{F47E14D2-23B9-4490-87C7-A45A886489A8}" type="parTrans" cxnId="{1BAAC50B-4E82-4E20-9658-3895E2BC21D2}">
      <dgm:prSet/>
      <dgm:spPr/>
      <dgm:t>
        <a:bodyPr/>
        <a:lstStyle/>
        <a:p>
          <a:endParaRPr lang="en-US"/>
        </a:p>
      </dgm:t>
    </dgm:pt>
    <dgm:pt modelId="{AEE375BB-81A4-4139-8301-5A2619E7E5EF}" type="sibTrans" cxnId="{1BAAC50B-4E82-4E20-9658-3895E2BC21D2}">
      <dgm:prSet phldrT="03" phldr="0"/>
      <dgm:spPr/>
      <dgm:t>
        <a:bodyPr/>
        <a:lstStyle/>
        <a:p>
          <a:r>
            <a:rPr lang="en-US"/>
            <a:t>03</a:t>
          </a:r>
        </a:p>
      </dgm:t>
    </dgm:pt>
    <dgm:pt modelId="{95B2A723-1203-4F5E-AFC9-C9BDCCCA3182}">
      <dgm:prSet/>
      <dgm:spPr/>
      <dgm:t>
        <a:bodyPr/>
        <a:lstStyle/>
        <a:p>
          <a:r>
            <a:rPr lang="ka-GE"/>
            <a:t>რთულად სამართავი</a:t>
          </a:r>
          <a:endParaRPr lang="en-US"/>
        </a:p>
      </dgm:t>
    </dgm:pt>
    <dgm:pt modelId="{28133F20-C2A9-47D2-8925-01DAE99B8EA9}" type="parTrans" cxnId="{F43D66C7-1817-498F-86D1-6DE7A3131EF8}">
      <dgm:prSet/>
      <dgm:spPr/>
      <dgm:t>
        <a:bodyPr/>
        <a:lstStyle/>
        <a:p>
          <a:endParaRPr lang="en-US"/>
        </a:p>
      </dgm:t>
    </dgm:pt>
    <dgm:pt modelId="{F7C0B1EE-8EAC-44B2-A7C8-863DAB363CBD}" type="sibTrans" cxnId="{F43D66C7-1817-498F-86D1-6DE7A3131EF8}">
      <dgm:prSet phldrT="04" phldr="0"/>
      <dgm:spPr/>
      <dgm:t>
        <a:bodyPr/>
        <a:lstStyle/>
        <a:p>
          <a:r>
            <a:rPr lang="en-US"/>
            <a:t>04</a:t>
          </a:r>
        </a:p>
      </dgm:t>
    </dgm:pt>
    <dgm:pt modelId="{C1874385-6D41-4326-91F1-A3685926CD01}">
      <dgm:prSet/>
      <dgm:spPr/>
      <dgm:t>
        <a:bodyPr/>
        <a:lstStyle/>
        <a:p>
          <a:r>
            <a:rPr lang="en-US"/>
            <a:t>OOP </a:t>
          </a:r>
          <a:r>
            <a:rPr lang="ka-GE"/>
            <a:t>გვეხმარება:</a:t>
          </a:r>
          <a:br>
            <a:rPr lang="ka-GE"/>
          </a:br>
          <a:r>
            <a:rPr lang="ka-GE"/>
            <a:t>✔ კოდის ორგანიზებაში</a:t>
          </a:r>
          <a:br>
            <a:rPr lang="ka-GE"/>
          </a:br>
          <a:r>
            <a:rPr lang="ka-GE"/>
            <a:t>✔ შეცდომების შემცირებაში</a:t>
          </a:r>
          <a:br>
            <a:rPr lang="ka-GE"/>
          </a:br>
          <a:r>
            <a:rPr lang="ka-GE"/>
            <a:t>✔ დიდი პროექტების მარტივად მართვაში</a:t>
          </a:r>
          <a:endParaRPr lang="en-US"/>
        </a:p>
      </dgm:t>
    </dgm:pt>
    <dgm:pt modelId="{54A7FA70-BB21-48D9-B8CC-4DFEEF77B6E3}" type="parTrans" cxnId="{C81A84C3-9996-4419-9CB5-3C7B36B6DBCE}">
      <dgm:prSet/>
      <dgm:spPr/>
      <dgm:t>
        <a:bodyPr/>
        <a:lstStyle/>
        <a:p>
          <a:endParaRPr lang="en-US"/>
        </a:p>
      </dgm:t>
    </dgm:pt>
    <dgm:pt modelId="{8FEAB1F6-5EFB-4197-A9D7-4B809BC3BEA4}" type="sibTrans" cxnId="{C81A84C3-9996-4419-9CB5-3C7B36B6DBCE}">
      <dgm:prSet phldrT="05" phldr="0"/>
      <dgm:spPr/>
      <dgm:t>
        <a:bodyPr/>
        <a:lstStyle/>
        <a:p>
          <a:r>
            <a:rPr lang="en-US"/>
            <a:t>05</a:t>
          </a:r>
        </a:p>
      </dgm:t>
    </dgm:pt>
    <dgm:pt modelId="{0361F7B6-1C92-4296-931E-DCA41D7E9E36}" type="pres">
      <dgm:prSet presAssocID="{9499E7EB-CEF8-425B-9A09-4B135A0A5934}" presName="Name0" presStyleCnt="0">
        <dgm:presLayoutVars>
          <dgm:animLvl val="lvl"/>
          <dgm:resizeHandles val="exact"/>
        </dgm:presLayoutVars>
      </dgm:prSet>
      <dgm:spPr/>
    </dgm:pt>
    <dgm:pt modelId="{04E96BA4-314D-46A3-B1ED-DE0FFA29E7B6}" type="pres">
      <dgm:prSet presAssocID="{3F62AA3D-A27D-4474-AD79-CC5B2845374E}" presName="compositeNode" presStyleCnt="0">
        <dgm:presLayoutVars>
          <dgm:bulletEnabled val="1"/>
        </dgm:presLayoutVars>
      </dgm:prSet>
      <dgm:spPr/>
    </dgm:pt>
    <dgm:pt modelId="{6DA0C678-B5B8-43DE-9F38-89BEBCD8B4E6}" type="pres">
      <dgm:prSet presAssocID="{3F62AA3D-A27D-4474-AD79-CC5B2845374E}" presName="bgRect" presStyleLbl="alignNode1" presStyleIdx="0" presStyleCnt="5"/>
      <dgm:spPr/>
    </dgm:pt>
    <dgm:pt modelId="{0ED48476-FFE5-487F-A159-A52686E06062}" type="pres">
      <dgm:prSet presAssocID="{53002C8A-4B76-4B84-B1BA-32C39BAC2CFC}" presName="sibTransNodeRect" presStyleLbl="alignNode1" presStyleIdx="0" presStyleCnt="5">
        <dgm:presLayoutVars>
          <dgm:chMax val="0"/>
          <dgm:bulletEnabled val="1"/>
        </dgm:presLayoutVars>
      </dgm:prSet>
      <dgm:spPr/>
    </dgm:pt>
    <dgm:pt modelId="{12E8D599-A264-4483-A4F3-39465F66C7F8}" type="pres">
      <dgm:prSet presAssocID="{3F62AA3D-A27D-4474-AD79-CC5B2845374E}" presName="nodeRect" presStyleLbl="alignNode1" presStyleIdx="0" presStyleCnt="5">
        <dgm:presLayoutVars>
          <dgm:bulletEnabled val="1"/>
        </dgm:presLayoutVars>
      </dgm:prSet>
      <dgm:spPr/>
    </dgm:pt>
    <dgm:pt modelId="{CAB6A619-90F3-4D6E-A9AD-9CF5B4C526C2}" type="pres">
      <dgm:prSet presAssocID="{53002C8A-4B76-4B84-B1BA-32C39BAC2CFC}" presName="sibTrans" presStyleCnt="0"/>
      <dgm:spPr/>
    </dgm:pt>
    <dgm:pt modelId="{B7313441-6964-4BC6-8AAB-16DE7D6CB7C2}" type="pres">
      <dgm:prSet presAssocID="{44B836F6-4135-49AC-AEFC-7EE95AFB337C}" presName="compositeNode" presStyleCnt="0">
        <dgm:presLayoutVars>
          <dgm:bulletEnabled val="1"/>
        </dgm:presLayoutVars>
      </dgm:prSet>
      <dgm:spPr/>
    </dgm:pt>
    <dgm:pt modelId="{A5C71C1E-007E-45AE-A6BE-83B76B5FA8FD}" type="pres">
      <dgm:prSet presAssocID="{44B836F6-4135-49AC-AEFC-7EE95AFB337C}" presName="bgRect" presStyleLbl="alignNode1" presStyleIdx="1" presStyleCnt="5"/>
      <dgm:spPr/>
    </dgm:pt>
    <dgm:pt modelId="{4B47C1AB-D4FF-49A8-9D20-58FA0F1CAB2E}" type="pres">
      <dgm:prSet presAssocID="{994D8353-731F-48A7-B425-6204FA21D22A}" presName="sibTransNodeRect" presStyleLbl="alignNode1" presStyleIdx="1" presStyleCnt="5">
        <dgm:presLayoutVars>
          <dgm:chMax val="0"/>
          <dgm:bulletEnabled val="1"/>
        </dgm:presLayoutVars>
      </dgm:prSet>
      <dgm:spPr/>
    </dgm:pt>
    <dgm:pt modelId="{D9336DE2-0EAD-4F51-9D29-FDEEBF408F5D}" type="pres">
      <dgm:prSet presAssocID="{44B836F6-4135-49AC-AEFC-7EE95AFB337C}" presName="nodeRect" presStyleLbl="alignNode1" presStyleIdx="1" presStyleCnt="5">
        <dgm:presLayoutVars>
          <dgm:bulletEnabled val="1"/>
        </dgm:presLayoutVars>
      </dgm:prSet>
      <dgm:spPr/>
    </dgm:pt>
    <dgm:pt modelId="{716807E8-EE98-4271-8F1B-3D8B1BBB2024}" type="pres">
      <dgm:prSet presAssocID="{994D8353-731F-48A7-B425-6204FA21D22A}" presName="sibTrans" presStyleCnt="0"/>
      <dgm:spPr/>
    </dgm:pt>
    <dgm:pt modelId="{86E69910-078A-4CE7-995D-CD4BD2265690}" type="pres">
      <dgm:prSet presAssocID="{2B09BF52-B99C-409E-A199-FBEA6DDC2550}" presName="compositeNode" presStyleCnt="0">
        <dgm:presLayoutVars>
          <dgm:bulletEnabled val="1"/>
        </dgm:presLayoutVars>
      </dgm:prSet>
      <dgm:spPr/>
    </dgm:pt>
    <dgm:pt modelId="{FB5B5901-AA0E-4C62-8C8E-F33B4EE0AC0E}" type="pres">
      <dgm:prSet presAssocID="{2B09BF52-B99C-409E-A199-FBEA6DDC2550}" presName="bgRect" presStyleLbl="alignNode1" presStyleIdx="2" presStyleCnt="5"/>
      <dgm:spPr/>
    </dgm:pt>
    <dgm:pt modelId="{74BE01A8-BE93-4A83-969F-A217BE89E846}" type="pres">
      <dgm:prSet presAssocID="{AEE375BB-81A4-4139-8301-5A2619E7E5EF}" presName="sibTransNodeRect" presStyleLbl="alignNode1" presStyleIdx="2" presStyleCnt="5">
        <dgm:presLayoutVars>
          <dgm:chMax val="0"/>
          <dgm:bulletEnabled val="1"/>
        </dgm:presLayoutVars>
      </dgm:prSet>
      <dgm:spPr/>
    </dgm:pt>
    <dgm:pt modelId="{F1631A7B-A76B-48B8-A14A-A1AC08477346}" type="pres">
      <dgm:prSet presAssocID="{2B09BF52-B99C-409E-A199-FBEA6DDC2550}" presName="nodeRect" presStyleLbl="alignNode1" presStyleIdx="2" presStyleCnt="5">
        <dgm:presLayoutVars>
          <dgm:bulletEnabled val="1"/>
        </dgm:presLayoutVars>
      </dgm:prSet>
      <dgm:spPr/>
    </dgm:pt>
    <dgm:pt modelId="{991CCC22-D978-415E-8AAB-53CE74B116A9}" type="pres">
      <dgm:prSet presAssocID="{AEE375BB-81A4-4139-8301-5A2619E7E5EF}" presName="sibTrans" presStyleCnt="0"/>
      <dgm:spPr/>
    </dgm:pt>
    <dgm:pt modelId="{C531DDE6-C375-4A53-9FE1-7008C19CFE96}" type="pres">
      <dgm:prSet presAssocID="{95B2A723-1203-4F5E-AFC9-C9BDCCCA3182}" presName="compositeNode" presStyleCnt="0">
        <dgm:presLayoutVars>
          <dgm:bulletEnabled val="1"/>
        </dgm:presLayoutVars>
      </dgm:prSet>
      <dgm:spPr/>
    </dgm:pt>
    <dgm:pt modelId="{9EFDD6A2-50D9-4541-9514-D2004EE54FA8}" type="pres">
      <dgm:prSet presAssocID="{95B2A723-1203-4F5E-AFC9-C9BDCCCA3182}" presName="bgRect" presStyleLbl="alignNode1" presStyleIdx="3" presStyleCnt="5"/>
      <dgm:spPr/>
    </dgm:pt>
    <dgm:pt modelId="{5644E4DA-1FB2-4380-80DD-D6B4BCBB0E3A}" type="pres">
      <dgm:prSet presAssocID="{F7C0B1EE-8EAC-44B2-A7C8-863DAB363CBD}" presName="sibTransNodeRect" presStyleLbl="alignNode1" presStyleIdx="3" presStyleCnt="5">
        <dgm:presLayoutVars>
          <dgm:chMax val="0"/>
          <dgm:bulletEnabled val="1"/>
        </dgm:presLayoutVars>
      </dgm:prSet>
      <dgm:spPr/>
    </dgm:pt>
    <dgm:pt modelId="{0E256D36-5C02-4A0A-8F17-8DE09FFB29D0}" type="pres">
      <dgm:prSet presAssocID="{95B2A723-1203-4F5E-AFC9-C9BDCCCA3182}" presName="nodeRect" presStyleLbl="alignNode1" presStyleIdx="3" presStyleCnt="5">
        <dgm:presLayoutVars>
          <dgm:bulletEnabled val="1"/>
        </dgm:presLayoutVars>
      </dgm:prSet>
      <dgm:spPr/>
    </dgm:pt>
    <dgm:pt modelId="{98D050F0-DF47-439F-8A62-F59C947C0022}" type="pres">
      <dgm:prSet presAssocID="{F7C0B1EE-8EAC-44B2-A7C8-863DAB363CBD}" presName="sibTrans" presStyleCnt="0"/>
      <dgm:spPr/>
    </dgm:pt>
    <dgm:pt modelId="{EE40E6B5-AF46-49FA-B0A2-B119F23B4643}" type="pres">
      <dgm:prSet presAssocID="{C1874385-6D41-4326-91F1-A3685926CD01}" presName="compositeNode" presStyleCnt="0">
        <dgm:presLayoutVars>
          <dgm:bulletEnabled val="1"/>
        </dgm:presLayoutVars>
      </dgm:prSet>
      <dgm:spPr/>
    </dgm:pt>
    <dgm:pt modelId="{9E2B21D5-DC4B-41D0-B03D-35F094C46B0A}" type="pres">
      <dgm:prSet presAssocID="{C1874385-6D41-4326-91F1-A3685926CD01}" presName="bgRect" presStyleLbl="alignNode1" presStyleIdx="4" presStyleCnt="5"/>
      <dgm:spPr/>
    </dgm:pt>
    <dgm:pt modelId="{68B444F9-A623-43C9-8E52-15258FA43038}" type="pres">
      <dgm:prSet presAssocID="{8FEAB1F6-5EFB-4197-A9D7-4B809BC3BEA4}" presName="sibTransNodeRect" presStyleLbl="alignNode1" presStyleIdx="4" presStyleCnt="5">
        <dgm:presLayoutVars>
          <dgm:chMax val="0"/>
          <dgm:bulletEnabled val="1"/>
        </dgm:presLayoutVars>
      </dgm:prSet>
      <dgm:spPr/>
    </dgm:pt>
    <dgm:pt modelId="{A228C6EC-5EB4-44DD-88FF-98EF1016A450}" type="pres">
      <dgm:prSet presAssocID="{C1874385-6D41-4326-91F1-A3685926CD01}" presName="nodeRect" presStyleLbl="alignNode1" presStyleIdx="4" presStyleCnt="5">
        <dgm:presLayoutVars>
          <dgm:bulletEnabled val="1"/>
        </dgm:presLayoutVars>
      </dgm:prSet>
      <dgm:spPr/>
    </dgm:pt>
  </dgm:ptLst>
  <dgm:cxnLst>
    <dgm:cxn modelId="{D8822C09-428C-48A5-9E03-E3196F8DF46E}" type="presOf" srcId="{3F62AA3D-A27D-4474-AD79-CC5B2845374E}" destId="{12E8D599-A264-4483-A4F3-39465F66C7F8}" srcOrd="1" destOrd="0" presId="urn:microsoft.com/office/officeart/2016/7/layout/LinearBlockProcessNumbered"/>
    <dgm:cxn modelId="{1BAAC50B-4E82-4E20-9658-3895E2BC21D2}" srcId="{9499E7EB-CEF8-425B-9A09-4B135A0A5934}" destId="{2B09BF52-B99C-409E-A199-FBEA6DDC2550}" srcOrd="2" destOrd="0" parTransId="{F47E14D2-23B9-4490-87C7-A45A886489A8}" sibTransId="{AEE375BB-81A4-4139-8301-5A2619E7E5EF}"/>
    <dgm:cxn modelId="{D6CA4A0C-8D72-402E-A6DA-F728056C3446}" type="presOf" srcId="{994D8353-731F-48A7-B425-6204FA21D22A}" destId="{4B47C1AB-D4FF-49A8-9D20-58FA0F1CAB2E}" srcOrd="0" destOrd="0" presId="urn:microsoft.com/office/officeart/2016/7/layout/LinearBlockProcessNumbered"/>
    <dgm:cxn modelId="{A9749237-69EF-47E9-A526-0AC91DE3B703}" type="presOf" srcId="{8FEAB1F6-5EFB-4197-A9D7-4B809BC3BEA4}" destId="{68B444F9-A623-43C9-8E52-15258FA43038}" srcOrd="0" destOrd="0" presId="urn:microsoft.com/office/officeart/2016/7/layout/LinearBlockProcessNumbered"/>
    <dgm:cxn modelId="{CF48613C-CF53-4E52-AA28-05886135630C}" type="presOf" srcId="{44B836F6-4135-49AC-AEFC-7EE95AFB337C}" destId="{D9336DE2-0EAD-4F51-9D29-FDEEBF408F5D}" srcOrd="1" destOrd="0" presId="urn:microsoft.com/office/officeart/2016/7/layout/LinearBlockProcessNumbered"/>
    <dgm:cxn modelId="{7C852E68-2688-46EE-BF7E-4074CAB82CD7}" type="presOf" srcId="{53002C8A-4B76-4B84-B1BA-32C39BAC2CFC}" destId="{0ED48476-FFE5-487F-A159-A52686E06062}" srcOrd="0" destOrd="0" presId="urn:microsoft.com/office/officeart/2016/7/layout/LinearBlockProcessNumbered"/>
    <dgm:cxn modelId="{9A4D294A-10C6-47A6-A4EF-AD17A52610AB}" type="presOf" srcId="{95B2A723-1203-4F5E-AFC9-C9BDCCCA3182}" destId="{0E256D36-5C02-4A0A-8F17-8DE09FFB29D0}" srcOrd="1" destOrd="0" presId="urn:microsoft.com/office/officeart/2016/7/layout/LinearBlockProcessNumbered"/>
    <dgm:cxn modelId="{119BA484-1F20-489D-B037-C1243C5AE042}" type="presOf" srcId="{C1874385-6D41-4326-91F1-A3685926CD01}" destId="{A228C6EC-5EB4-44DD-88FF-98EF1016A450}" srcOrd="1" destOrd="0" presId="urn:microsoft.com/office/officeart/2016/7/layout/LinearBlockProcessNumbered"/>
    <dgm:cxn modelId="{3E89BD88-6D26-4E3C-850D-7AADB2EF04CC}" type="presOf" srcId="{C1874385-6D41-4326-91F1-A3685926CD01}" destId="{9E2B21D5-DC4B-41D0-B03D-35F094C46B0A}" srcOrd="0" destOrd="0" presId="urn:microsoft.com/office/officeart/2016/7/layout/LinearBlockProcessNumbered"/>
    <dgm:cxn modelId="{429FCF8F-B03A-400D-AE98-5AA5EA974FAD}" srcId="{9499E7EB-CEF8-425B-9A09-4B135A0A5934}" destId="{44B836F6-4135-49AC-AEFC-7EE95AFB337C}" srcOrd="1" destOrd="0" parTransId="{DEE260E5-7C6B-4DD0-BCCA-9A7ACBBE2323}" sibTransId="{994D8353-731F-48A7-B425-6204FA21D22A}"/>
    <dgm:cxn modelId="{B96AE09D-96AD-4442-BD4B-1C25CCF6B50A}" type="presOf" srcId="{3F62AA3D-A27D-4474-AD79-CC5B2845374E}" destId="{6DA0C678-B5B8-43DE-9F38-89BEBCD8B4E6}" srcOrd="0" destOrd="0" presId="urn:microsoft.com/office/officeart/2016/7/layout/LinearBlockProcessNumbered"/>
    <dgm:cxn modelId="{D9A92DA1-7C28-407C-A4A5-777525290571}" type="presOf" srcId="{95B2A723-1203-4F5E-AFC9-C9BDCCCA3182}" destId="{9EFDD6A2-50D9-4541-9514-D2004EE54FA8}" srcOrd="0" destOrd="0" presId="urn:microsoft.com/office/officeart/2016/7/layout/LinearBlockProcessNumbered"/>
    <dgm:cxn modelId="{38C103A3-C3B5-4790-8D12-03DD63261A42}" type="presOf" srcId="{AEE375BB-81A4-4139-8301-5A2619E7E5EF}" destId="{74BE01A8-BE93-4A83-969F-A217BE89E846}" srcOrd="0" destOrd="0" presId="urn:microsoft.com/office/officeart/2016/7/layout/LinearBlockProcessNumbered"/>
    <dgm:cxn modelId="{4FF12DBF-50B4-4CC7-9287-3B61EFC17181}" srcId="{9499E7EB-CEF8-425B-9A09-4B135A0A5934}" destId="{3F62AA3D-A27D-4474-AD79-CC5B2845374E}" srcOrd="0" destOrd="0" parTransId="{172F8DB7-0F8B-439A-9DCD-378815F8BBB0}" sibTransId="{53002C8A-4B76-4B84-B1BA-32C39BAC2CFC}"/>
    <dgm:cxn modelId="{C81A84C3-9996-4419-9CB5-3C7B36B6DBCE}" srcId="{9499E7EB-CEF8-425B-9A09-4B135A0A5934}" destId="{C1874385-6D41-4326-91F1-A3685926CD01}" srcOrd="4" destOrd="0" parTransId="{54A7FA70-BB21-48D9-B8CC-4DFEEF77B6E3}" sibTransId="{8FEAB1F6-5EFB-4197-A9D7-4B809BC3BEA4}"/>
    <dgm:cxn modelId="{F43D66C7-1817-498F-86D1-6DE7A3131EF8}" srcId="{9499E7EB-CEF8-425B-9A09-4B135A0A5934}" destId="{95B2A723-1203-4F5E-AFC9-C9BDCCCA3182}" srcOrd="3" destOrd="0" parTransId="{28133F20-C2A9-47D2-8925-01DAE99B8EA9}" sibTransId="{F7C0B1EE-8EAC-44B2-A7C8-863DAB363CBD}"/>
    <dgm:cxn modelId="{821C47CD-AC3E-4B2E-A8D3-D7EAAF20B7F5}" type="presOf" srcId="{9499E7EB-CEF8-425B-9A09-4B135A0A5934}" destId="{0361F7B6-1C92-4296-931E-DCA41D7E9E36}" srcOrd="0" destOrd="0" presId="urn:microsoft.com/office/officeart/2016/7/layout/LinearBlockProcessNumbered"/>
    <dgm:cxn modelId="{A9A5CCCD-81EE-4BD7-9E56-96424FFC818E}" type="presOf" srcId="{F7C0B1EE-8EAC-44B2-A7C8-863DAB363CBD}" destId="{5644E4DA-1FB2-4380-80DD-D6B4BCBB0E3A}" srcOrd="0" destOrd="0" presId="urn:microsoft.com/office/officeart/2016/7/layout/LinearBlockProcessNumbered"/>
    <dgm:cxn modelId="{B9EAD2DA-DFBB-41CE-B1F7-EBB4C2DF51DE}" type="presOf" srcId="{2B09BF52-B99C-409E-A199-FBEA6DDC2550}" destId="{FB5B5901-AA0E-4C62-8C8E-F33B4EE0AC0E}" srcOrd="0" destOrd="0" presId="urn:microsoft.com/office/officeart/2016/7/layout/LinearBlockProcessNumbered"/>
    <dgm:cxn modelId="{4196F9DF-FE97-4E31-850C-F824D59A1509}" type="presOf" srcId="{2B09BF52-B99C-409E-A199-FBEA6DDC2550}" destId="{F1631A7B-A76B-48B8-A14A-A1AC08477346}" srcOrd="1" destOrd="0" presId="urn:microsoft.com/office/officeart/2016/7/layout/LinearBlockProcessNumbered"/>
    <dgm:cxn modelId="{DF536CEB-5DB6-4439-9054-A6360D160921}" type="presOf" srcId="{44B836F6-4135-49AC-AEFC-7EE95AFB337C}" destId="{A5C71C1E-007E-45AE-A6BE-83B76B5FA8FD}" srcOrd="0" destOrd="0" presId="urn:microsoft.com/office/officeart/2016/7/layout/LinearBlockProcessNumbered"/>
    <dgm:cxn modelId="{1AF6831B-316B-4E37-B3E1-6899FFF78C47}" type="presParOf" srcId="{0361F7B6-1C92-4296-931E-DCA41D7E9E36}" destId="{04E96BA4-314D-46A3-B1ED-DE0FFA29E7B6}" srcOrd="0" destOrd="0" presId="urn:microsoft.com/office/officeart/2016/7/layout/LinearBlockProcessNumbered"/>
    <dgm:cxn modelId="{D83D5BB7-FBED-4EEB-970D-1B963855FDBB}" type="presParOf" srcId="{04E96BA4-314D-46A3-B1ED-DE0FFA29E7B6}" destId="{6DA0C678-B5B8-43DE-9F38-89BEBCD8B4E6}" srcOrd="0" destOrd="0" presId="urn:microsoft.com/office/officeart/2016/7/layout/LinearBlockProcessNumbered"/>
    <dgm:cxn modelId="{20AB8D61-A728-4524-8561-746E2FAF2F7A}" type="presParOf" srcId="{04E96BA4-314D-46A3-B1ED-DE0FFA29E7B6}" destId="{0ED48476-FFE5-487F-A159-A52686E06062}" srcOrd="1" destOrd="0" presId="urn:microsoft.com/office/officeart/2016/7/layout/LinearBlockProcessNumbered"/>
    <dgm:cxn modelId="{389B73E8-9742-45C1-8818-EE454B91AEDA}" type="presParOf" srcId="{04E96BA4-314D-46A3-B1ED-DE0FFA29E7B6}" destId="{12E8D599-A264-4483-A4F3-39465F66C7F8}" srcOrd="2" destOrd="0" presId="urn:microsoft.com/office/officeart/2016/7/layout/LinearBlockProcessNumbered"/>
    <dgm:cxn modelId="{40A6AB00-4634-4939-92DC-8077BE69687E}" type="presParOf" srcId="{0361F7B6-1C92-4296-931E-DCA41D7E9E36}" destId="{CAB6A619-90F3-4D6E-A9AD-9CF5B4C526C2}" srcOrd="1" destOrd="0" presId="urn:microsoft.com/office/officeart/2016/7/layout/LinearBlockProcessNumbered"/>
    <dgm:cxn modelId="{0ECAFB22-E28C-4712-80B2-8751443F65A3}" type="presParOf" srcId="{0361F7B6-1C92-4296-931E-DCA41D7E9E36}" destId="{B7313441-6964-4BC6-8AAB-16DE7D6CB7C2}" srcOrd="2" destOrd="0" presId="urn:microsoft.com/office/officeart/2016/7/layout/LinearBlockProcessNumbered"/>
    <dgm:cxn modelId="{625DA84F-4DEC-47FD-9A28-70B4D665E8F1}" type="presParOf" srcId="{B7313441-6964-4BC6-8AAB-16DE7D6CB7C2}" destId="{A5C71C1E-007E-45AE-A6BE-83B76B5FA8FD}" srcOrd="0" destOrd="0" presId="urn:microsoft.com/office/officeart/2016/7/layout/LinearBlockProcessNumbered"/>
    <dgm:cxn modelId="{9FB6BF13-F980-465F-B9B9-23553839F51F}" type="presParOf" srcId="{B7313441-6964-4BC6-8AAB-16DE7D6CB7C2}" destId="{4B47C1AB-D4FF-49A8-9D20-58FA0F1CAB2E}" srcOrd="1" destOrd="0" presId="urn:microsoft.com/office/officeart/2016/7/layout/LinearBlockProcessNumbered"/>
    <dgm:cxn modelId="{0495918B-2565-439F-A1D3-1738FB6F0CAB}" type="presParOf" srcId="{B7313441-6964-4BC6-8AAB-16DE7D6CB7C2}" destId="{D9336DE2-0EAD-4F51-9D29-FDEEBF408F5D}" srcOrd="2" destOrd="0" presId="urn:microsoft.com/office/officeart/2016/7/layout/LinearBlockProcessNumbered"/>
    <dgm:cxn modelId="{49AB376D-65EC-4E5B-B2AC-A3B6EA722C66}" type="presParOf" srcId="{0361F7B6-1C92-4296-931E-DCA41D7E9E36}" destId="{716807E8-EE98-4271-8F1B-3D8B1BBB2024}" srcOrd="3" destOrd="0" presId="urn:microsoft.com/office/officeart/2016/7/layout/LinearBlockProcessNumbered"/>
    <dgm:cxn modelId="{CAE7ED15-73D6-4F53-9E1C-A633F9499999}" type="presParOf" srcId="{0361F7B6-1C92-4296-931E-DCA41D7E9E36}" destId="{86E69910-078A-4CE7-995D-CD4BD2265690}" srcOrd="4" destOrd="0" presId="urn:microsoft.com/office/officeart/2016/7/layout/LinearBlockProcessNumbered"/>
    <dgm:cxn modelId="{A01B8CB3-7816-4574-90F6-43E780509438}" type="presParOf" srcId="{86E69910-078A-4CE7-995D-CD4BD2265690}" destId="{FB5B5901-AA0E-4C62-8C8E-F33B4EE0AC0E}" srcOrd="0" destOrd="0" presId="urn:microsoft.com/office/officeart/2016/7/layout/LinearBlockProcessNumbered"/>
    <dgm:cxn modelId="{E51A8ADC-2D15-44D2-AC20-32508932E5B8}" type="presParOf" srcId="{86E69910-078A-4CE7-995D-CD4BD2265690}" destId="{74BE01A8-BE93-4A83-969F-A217BE89E846}" srcOrd="1" destOrd="0" presId="urn:microsoft.com/office/officeart/2016/7/layout/LinearBlockProcessNumbered"/>
    <dgm:cxn modelId="{16388D86-AF53-4E65-9A1A-050DD675CC73}" type="presParOf" srcId="{86E69910-078A-4CE7-995D-CD4BD2265690}" destId="{F1631A7B-A76B-48B8-A14A-A1AC08477346}" srcOrd="2" destOrd="0" presId="urn:microsoft.com/office/officeart/2016/7/layout/LinearBlockProcessNumbered"/>
    <dgm:cxn modelId="{26607884-EFDD-42F4-8A5B-6596B17D1C0A}" type="presParOf" srcId="{0361F7B6-1C92-4296-931E-DCA41D7E9E36}" destId="{991CCC22-D978-415E-8AAB-53CE74B116A9}" srcOrd="5" destOrd="0" presId="urn:microsoft.com/office/officeart/2016/7/layout/LinearBlockProcessNumbered"/>
    <dgm:cxn modelId="{DEDEB5AB-E99F-4543-AB55-C4BBCFAA854B}" type="presParOf" srcId="{0361F7B6-1C92-4296-931E-DCA41D7E9E36}" destId="{C531DDE6-C375-4A53-9FE1-7008C19CFE96}" srcOrd="6" destOrd="0" presId="urn:microsoft.com/office/officeart/2016/7/layout/LinearBlockProcessNumbered"/>
    <dgm:cxn modelId="{A1009FED-4196-4E64-A7E7-02B5B3303693}" type="presParOf" srcId="{C531DDE6-C375-4A53-9FE1-7008C19CFE96}" destId="{9EFDD6A2-50D9-4541-9514-D2004EE54FA8}" srcOrd="0" destOrd="0" presId="urn:microsoft.com/office/officeart/2016/7/layout/LinearBlockProcessNumbered"/>
    <dgm:cxn modelId="{19DDE18C-3EDF-4DAB-A0A4-70BE35110A65}" type="presParOf" srcId="{C531DDE6-C375-4A53-9FE1-7008C19CFE96}" destId="{5644E4DA-1FB2-4380-80DD-D6B4BCBB0E3A}" srcOrd="1" destOrd="0" presId="urn:microsoft.com/office/officeart/2016/7/layout/LinearBlockProcessNumbered"/>
    <dgm:cxn modelId="{C39A53A6-7952-4D72-838D-54BEAD03BDCB}" type="presParOf" srcId="{C531DDE6-C375-4A53-9FE1-7008C19CFE96}" destId="{0E256D36-5C02-4A0A-8F17-8DE09FFB29D0}" srcOrd="2" destOrd="0" presId="urn:microsoft.com/office/officeart/2016/7/layout/LinearBlockProcessNumbered"/>
    <dgm:cxn modelId="{6C778AF6-EDD4-46F9-A1C6-AD450148018F}" type="presParOf" srcId="{0361F7B6-1C92-4296-931E-DCA41D7E9E36}" destId="{98D050F0-DF47-439F-8A62-F59C947C0022}" srcOrd="7" destOrd="0" presId="urn:microsoft.com/office/officeart/2016/7/layout/LinearBlockProcessNumbered"/>
    <dgm:cxn modelId="{05210B5D-FF41-44E1-9A78-ABB819C905C5}" type="presParOf" srcId="{0361F7B6-1C92-4296-931E-DCA41D7E9E36}" destId="{EE40E6B5-AF46-49FA-B0A2-B119F23B4643}" srcOrd="8" destOrd="0" presId="urn:microsoft.com/office/officeart/2016/7/layout/LinearBlockProcessNumbered"/>
    <dgm:cxn modelId="{B332EB62-7E8E-439F-A434-B0B87D7B6B97}" type="presParOf" srcId="{EE40E6B5-AF46-49FA-B0A2-B119F23B4643}" destId="{9E2B21D5-DC4B-41D0-B03D-35F094C46B0A}" srcOrd="0" destOrd="0" presId="urn:microsoft.com/office/officeart/2016/7/layout/LinearBlockProcessNumbered"/>
    <dgm:cxn modelId="{B09C7178-8C1B-403D-8355-D80C09FBBF8C}" type="presParOf" srcId="{EE40E6B5-AF46-49FA-B0A2-B119F23B4643}" destId="{68B444F9-A623-43C9-8E52-15258FA43038}" srcOrd="1" destOrd="0" presId="urn:microsoft.com/office/officeart/2016/7/layout/LinearBlockProcessNumbered"/>
    <dgm:cxn modelId="{9220D5C7-0FBE-4D1E-AADD-7698F3589178}" type="presParOf" srcId="{EE40E6B5-AF46-49FA-B0A2-B119F23B4643}" destId="{A228C6EC-5EB4-44DD-88FF-98EF1016A450}" srcOrd="2" destOrd="0" presId="urn:microsoft.com/office/officeart/2016/7/layout/LinearBlockProcessNumbered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DA0C678-B5B8-43DE-9F38-89BEBCD8B4E6}">
      <dsp:nvSpPr>
        <dsp:cNvPr id="0" name=""/>
        <dsp:cNvSpPr/>
      </dsp:nvSpPr>
      <dsp:spPr>
        <a:xfrm>
          <a:off x="6218" y="863313"/>
          <a:ext cx="1943841" cy="2332610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6000"/>
                <a:lumMod val="104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90000"/>
                <a:lumMod val="90000"/>
              </a:schemeClr>
            </a:gs>
          </a:gsLst>
          <a:lin ang="5400000" scaled="0"/>
        </a:gradFill>
        <a:ln w="9525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63500" dist="25400" dir="5400000" rotWithShape="0">
            <a:srgbClr val="000000">
              <a:alpha val="60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92008" tIns="0" rIns="192008" bIns="33020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kern="1200"/>
            <a:t>OOP (Object-Oriented Programming)</a:t>
          </a:r>
          <a:r>
            <a:rPr lang="en-US" sz="1100" kern="1200"/>
            <a:t> არის პროგრამირების მეთოდი, სადაც პროგრამა შედგება ობიექტებისგან.</a:t>
          </a:r>
        </a:p>
      </dsp:txBody>
      <dsp:txXfrm>
        <a:off x="6218" y="1796357"/>
        <a:ext cx="1943841" cy="1399566"/>
      </dsp:txXfrm>
    </dsp:sp>
    <dsp:sp modelId="{0ED48476-FFE5-487F-A159-A52686E06062}">
      <dsp:nvSpPr>
        <dsp:cNvPr id="0" name=""/>
        <dsp:cNvSpPr/>
      </dsp:nvSpPr>
      <dsp:spPr>
        <a:xfrm>
          <a:off x="6218" y="863313"/>
          <a:ext cx="1943841" cy="933044"/>
        </a:xfrm>
        <a:prstGeom prst="rect">
          <a:avLst/>
        </a:prstGeom>
        <a:noFill/>
        <a:ln w="9525" cap="rnd" cmpd="sng" algn="ctr">
          <a:noFill/>
          <a:prstDash val="solid"/>
        </a:ln>
        <a:effectLst>
          <a:outerShdw blurRad="63500" dist="25400" dir="5400000" rotWithShape="0">
            <a:srgbClr val="000000">
              <a:alpha val="60000"/>
            </a:srgbClr>
          </a:outerShdw>
        </a:effectLst>
        <a:sp3d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92008" tIns="165100" rIns="192008" bIns="165100" numCol="1" spcCol="1270" anchor="ctr" anchorCtr="0">
          <a:noAutofit/>
        </a:bodyPr>
        <a:lstStyle/>
        <a:p>
          <a:pPr marL="0" lvl="0" indent="0" algn="l" defTabSz="2000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500" kern="1200"/>
            <a:t>01</a:t>
          </a:r>
        </a:p>
      </dsp:txBody>
      <dsp:txXfrm>
        <a:off x="6218" y="863313"/>
        <a:ext cx="1943841" cy="933044"/>
      </dsp:txXfrm>
    </dsp:sp>
    <dsp:sp modelId="{A5C71C1E-007E-45AE-A6BE-83B76B5FA8FD}">
      <dsp:nvSpPr>
        <dsp:cNvPr id="0" name=""/>
        <dsp:cNvSpPr/>
      </dsp:nvSpPr>
      <dsp:spPr>
        <a:xfrm>
          <a:off x="2105567" y="863313"/>
          <a:ext cx="1943841" cy="2332610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96000"/>
                <a:lumMod val="104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shade val="90000"/>
                <a:lumMod val="90000"/>
              </a:schemeClr>
            </a:gs>
          </a:gsLst>
          <a:lin ang="5400000" scaled="0"/>
        </a:gradFill>
        <a:ln w="9525" cap="rnd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63500" dist="25400" dir="5400000" rotWithShape="0">
            <a:srgbClr val="000000">
              <a:alpha val="60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92008" tIns="0" rIns="192008" bIns="33020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a-GE" sz="1100" kern="1200" dirty="0"/>
            <a:t>ძველი პროგრამები:იყო არეულირთულად გასაგები</a:t>
          </a:r>
          <a:endParaRPr lang="en-US" sz="1100" kern="1200" dirty="0"/>
        </a:p>
      </dsp:txBody>
      <dsp:txXfrm>
        <a:off x="2105567" y="1796357"/>
        <a:ext cx="1943841" cy="1399566"/>
      </dsp:txXfrm>
    </dsp:sp>
    <dsp:sp modelId="{4B47C1AB-D4FF-49A8-9D20-58FA0F1CAB2E}">
      <dsp:nvSpPr>
        <dsp:cNvPr id="0" name=""/>
        <dsp:cNvSpPr/>
      </dsp:nvSpPr>
      <dsp:spPr>
        <a:xfrm>
          <a:off x="2105567" y="863313"/>
          <a:ext cx="1943841" cy="933044"/>
        </a:xfrm>
        <a:prstGeom prst="rect">
          <a:avLst/>
        </a:prstGeom>
        <a:noFill/>
        <a:ln w="9525" cap="rnd" cmpd="sng" algn="ctr">
          <a:noFill/>
          <a:prstDash val="solid"/>
        </a:ln>
        <a:effectLst>
          <a:outerShdw blurRad="63500" dist="25400" dir="5400000" rotWithShape="0">
            <a:srgbClr val="000000">
              <a:alpha val="60000"/>
            </a:srgbClr>
          </a:outerShdw>
        </a:effectLst>
        <a:sp3d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92008" tIns="165100" rIns="192008" bIns="165100" numCol="1" spcCol="1270" anchor="ctr" anchorCtr="0">
          <a:noAutofit/>
        </a:bodyPr>
        <a:lstStyle/>
        <a:p>
          <a:pPr marL="0" lvl="0" indent="0" algn="l" defTabSz="2000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500" kern="1200"/>
            <a:t>02</a:t>
          </a:r>
        </a:p>
      </dsp:txBody>
      <dsp:txXfrm>
        <a:off x="2105567" y="863313"/>
        <a:ext cx="1943841" cy="933044"/>
      </dsp:txXfrm>
    </dsp:sp>
    <dsp:sp modelId="{FB5B5901-AA0E-4C62-8C8E-F33B4EE0AC0E}">
      <dsp:nvSpPr>
        <dsp:cNvPr id="0" name=""/>
        <dsp:cNvSpPr/>
      </dsp:nvSpPr>
      <dsp:spPr>
        <a:xfrm>
          <a:off x="4204916" y="863313"/>
          <a:ext cx="1943841" cy="2332610"/>
        </a:xfrm>
        <a:prstGeom prst="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tint val="96000"/>
                <a:lumMod val="104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shade val="90000"/>
                <a:lumMod val="90000"/>
              </a:schemeClr>
            </a:gs>
          </a:gsLst>
          <a:lin ang="5400000" scaled="0"/>
        </a:gradFill>
        <a:ln w="9525" cap="rnd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63500" dist="25400" dir="5400000" rotWithShape="0">
            <a:srgbClr val="000000">
              <a:alpha val="60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92008" tIns="0" rIns="192008" bIns="33020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a-GE" sz="1100" kern="1200"/>
            <a:t>დიდი პროექტები </a:t>
          </a:r>
          <a:endParaRPr lang="en-US" sz="1100" kern="1200"/>
        </a:p>
      </dsp:txBody>
      <dsp:txXfrm>
        <a:off x="4204916" y="1796357"/>
        <a:ext cx="1943841" cy="1399566"/>
      </dsp:txXfrm>
    </dsp:sp>
    <dsp:sp modelId="{74BE01A8-BE93-4A83-969F-A217BE89E846}">
      <dsp:nvSpPr>
        <dsp:cNvPr id="0" name=""/>
        <dsp:cNvSpPr/>
      </dsp:nvSpPr>
      <dsp:spPr>
        <a:xfrm>
          <a:off x="4204916" y="863313"/>
          <a:ext cx="1943841" cy="933044"/>
        </a:xfrm>
        <a:prstGeom prst="rect">
          <a:avLst/>
        </a:prstGeom>
        <a:noFill/>
        <a:ln w="9525" cap="rnd" cmpd="sng" algn="ctr">
          <a:noFill/>
          <a:prstDash val="solid"/>
        </a:ln>
        <a:effectLst>
          <a:outerShdw blurRad="63500" dist="25400" dir="5400000" rotWithShape="0">
            <a:srgbClr val="000000">
              <a:alpha val="60000"/>
            </a:srgbClr>
          </a:outerShdw>
        </a:effectLst>
        <a:sp3d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92008" tIns="165100" rIns="192008" bIns="165100" numCol="1" spcCol="1270" anchor="ctr" anchorCtr="0">
          <a:noAutofit/>
        </a:bodyPr>
        <a:lstStyle/>
        <a:p>
          <a:pPr marL="0" lvl="0" indent="0" algn="l" defTabSz="2000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500" kern="1200"/>
            <a:t>03</a:t>
          </a:r>
        </a:p>
      </dsp:txBody>
      <dsp:txXfrm>
        <a:off x="4204916" y="863313"/>
        <a:ext cx="1943841" cy="933044"/>
      </dsp:txXfrm>
    </dsp:sp>
    <dsp:sp modelId="{9EFDD6A2-50D9-4541-9514-D2004EE54FA8}">
      <dsp:nvSpPr>
        <dsp:cNvPr id="0" name=""/>
        <dsp:cNvSpPr/>
      </dsp:nvSpPr>
      <dsp:spPr>
        <a:xfrm>
          <a:off x="6304265" y="863313"/>
          <a:ext cx="1943841" cy="2332610"/>
        </a:xfrm>
        <a:prstGeom prst="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96000"/>
                <a:lumMod val="104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shade val="90000"/>
                <a:lumMod val="90000"/>
              </a:schemeClr>
            </a:gs>
          </a:gsLst>
          <a:lin ang="5400000" scaled="0"/>
        </a:gradFill>
        <a:ln w="9525" cap="rnd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63500" dist="25400" dir="5400000" rotWithShape="0">
            <a:srgbClr val="000000">
              <a:alpha val="60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92008" tIns="0" rIns="192008" bIns="33020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a-GE" sz="1100" kern="1200"/>
            <a:t>რთულად სამართავი</a:t>
          </a:r>
          <a:endParaRPr lang="en-US" sz="1100" kern="1200"/>
        </a:p>
      </dsp:txBody>
      <dsp:txXfrm>
        <a:off x="6304265" y="1796357"/>
        <a:ext cx="1943841" cy="1399566"/>
      </dsp:txXfrm>
    </dsp:sp>
    <dsp:sp modelId="{5644E4DA-1FB2-4380-80DD-D6B4BCBB0E3A}">
      <dsp:nvSpPr>
        <dsp:cNvPr id="0" name=""/>
        <dsp:cNvSpPr/>
      </dsp:nvSpPr>
      <dsp:spPr>
        <a:xfrm>
          <a:off x="6304265" y="863313"/>
          <a:ext cx="1943841" cy="933044"/>
        </a:xfrm>
        <a:prstGeom prst="rect">
          <a:avLst/>
        </a:prstGeom>
        <a:noFill/>
        <a:ln w="9525" cap="rnd" cmpd="sng" algn="ctr">
          <a:noFill/>
          <a:prstDash val="solid"/>
        </a:ln>
        <a:effectLst>
          <a:outerShdw blurRad="63500" dist="25400" dir="5400000" rotWithShape="0">
            <a:srgbClr val="000000">
              <a:alpha val="60000"/>
            </a:srgbClr>
          </a:outerShdw>
        </a:effectLst>
        <a:sp3d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92008" tIns="165100" rIns="192008" bIns="165100" numCol="1" spcCol="1270" anchor="ctr" anchorCtr="0">
          <a:noAutofit/>
        </a:bodyPr>
        <a:lstStyle/>
        <a:p>
          <a:pPr marL="0" lvl="0" indent="0" algn="l" defTabSz="2000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500" kern="1200"/>
            <a:t>04</a:t>
          </a:r>
        </a:p>
      </dsp:txBody>
      <dsp:txXfrm>
        <a:off x="6304265" y="863313"/>
        <a:ext cx="1943841" cy="933044"/>
      </dsp:txXfrm>
    </dsp:sp>
    <dsp:sp modelId="{9E2B21D5-DC4B-41D0-B03D-35F094C46B0A}">
      <dsp:nvSpPr>
        <dsp:cNvPr id="0" name=""/>
        <dsp:cNvSpPr/>
      </dsp:nvSpPr>
      <dsp:spPr>
        <a:xfrm>
          <a:off x="8403614" y="863313"/>
          <a:ext cx="1943841" cy="2332610"/>
        </a:xfrm>
        <a:prstGeom prst="rect">
          <a:avLst/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tint val="96000"/>
                <a:lumMod val="104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shade val="90000"/>
                <a:lumMod val="90000"/>
              </a:schemeClr>
            </a:gs>
          </a:gsLst>
          <a:lin ang="5400000" scaled="0"/>
        </a:gradFill>
        <a:ln w="9525" cap="rnd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63500" dist="25400" dir="5400000" rotWithShape="0">
            <a:srgbClr val="000000">
              <a:alpha val="60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92008" tIns="0" rIns="192008" bIns="33020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OOP </a:t>
          </a:r>
          <a:r>
            <a:rPr lang="ka-GE" sz="1100" kern="1200"/>
            <a:t>გვეხმარება:</a:t>
          </a:r>
          <a:br>
            <a:rPr lang="ka-GE" sz="1100" kern="1200"/>
          </a:br>
          <a:r>
            <a:rPr lang="ka-GE" sz="1100" kern="1200"/>
            <a:t>✔ კოდის ორგანიზებაში</a:t>
          </a:r>
          <a:br>
            <a:rPr lang="ka-GE" sz="1100" kern="1200"/>
          </a:br>
          <a:r>
            <a:rPr lang="ka-GE" sz="1100" kern="1200"/>
            <a:t>✔ შეცდომების შემცირებაში</a:t>
          </a:r>
          <a:br>
            <a:rPr lang="ka-GE" sz="1100" kern="1200"/>
          </a:br>
          <a:r>
            <a:rPr lang="ka-GE" sz="1100" kern="1200"/>
            <a:t>✔ დიდი პროექტების მარტივად მართვაში</a:t>
          </a:r>
          <a:endParaRPr lang="en-US" sz="1100" kern="1200"/>
        </a:p>
      </dsp:txBody>
      <dsp:txXfrm>
        <a:off x="8403614" y="1796357"/>
        <a:ext cx="1943841" cy="1399566"/>
      </dsp:txXfrm>
    </dsp:sp>
    <dsp:sp modelId="{68B444F9-A623-43C9-8E52-15258FA43038}">
      <dsp:nvSpPr>
        <dsp:cNvPr id="0" name=""/>
        <dsp:cNvSpPr/>
      </dsp:nvSpPr>
      <dsp:spPr>
        <a:xfrm>
          <a:off x="8403614" y="863313"/>
          <a:ext cx="1943841" cy="933044"/>
        </a:xfrm>
        <a:prstGeom prst="rect">
          <a:avLst/>
        </a:prstGeom>
        <a:noFill/>
        <a:ln w="9525" cap="rnd" cmpd="sng" algn="ctr">
          <a:noFill/>
          <a:prstDash val="solid"/>
        </a:ln>
        <a:effectLst>
          <a:outerShdw blurRad="63500" dist="25400" dir="5400000" rotWithShape="0">
            <a:srgbClr val="000000">
              <a:alpha val="60000"/>
            </a:srgbClr>
          </a:outerShdw>
        </a:effectLst>
        <a:sp3d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92008" tIns="165100" rIns="192008" bIns="165100" numCol="1" spcCol="1270" anchor="ctr" anchorCtr="0">
          <a:noAutofit/>
        </a:bodyPr>
        <a:lstStyle/>
        <a:p>
          <a:pPr marL="0" lvl="0" indent="0" algn="l" defTabSz="2000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500" kern="1200"/>
            <a:t>05</a:t>
          </a:r>
        </a:p>
      </dsp:txBody>
      <dsp:txXfrm>
        <a:off x="8403614" y="863313"/>
        <a:ext cx="1943841" cy="93304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6/7/layout/LinearBlockProcessNumbered">
  <dgm:title val="Linear Block Process Numbered"/>
  <dgm:desc val="Used to show a progression; a timeline; sequential steps in a task, process, or workflow; or to emphasize movement or direction. Automatic numbers have been introduced to show the steps of the process. Level 1 text and Level 2 text both appears in a rectangle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101" type="sibTrans" cxnId="4">
          <dgm:prSet phldrT="1"/>
          <dgm:t>
            <a:bodyPr/>
            <a:lstStyle/>
            <a:p>
              <a:r>
                <a:t>01</a:t>
              </a:r>
            </a:p>
          </dgm:t>
        </dgm:pt>
        <dgm:pt modelId="201" type="sibTrans" cxnId="5">
          <dgm:prSet phldrT="2"/>
          <dgm:t>
            <a:bodyPr/>
            <a:lstStyle/>
            <a:p>
              <a:r>
                <a:t>02</a:t>
              </a:r>
            </a:p>
          </dgm:t>
        </dgm:pt>
        <dgm:pt modelId="301" type="sibTrans" cxnId="6">
          <dgm:prSet phldrT="3"/>
          <dgm:t>
            <a:bodyPr/>
            <a:lstStyle/>
            <a:p>
              <a:r>
                <a:t>03</a:t>
              </a:r>
            </a:p>
          </dgm:t>
        </dgm:pt>
      </dgm:ptLst>
      <dgm:cxnLst>
        <dgm:cxn modelId="4" srcId="0" destId="1" srcOrd="0" destOrd="0" sibTransId="101"/>
        <dgm:cxn modelId="5" srcId="0" destId="2" srcOrd="1" destOrd="0" sibTransId="201"/>
        <dgm:cxn modelId="6" srcId="0" destId="3" srcOrd="2" destOrd="0" sibTransId="301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animLvl val="lvl"/>
      <dgm:resizeHandles val="exact"/>
    </dgm:varLst>
    <dgm:alg type="lin">
      <dgm:param type="linDir" val="fromL"/>
      <dgm:param type="nodeVertAlign" val="t"/>
    </dgm:alg>
    <dgm:shape xmlns:r="http://schemas.openxmlformats.org/officeDocument/2006/relationships" r:blip="">
      <dgm:adjLst/>
    </dgm:shape>
    <dgm:presOf/>
    <dgm:constrLst>
      <dgm:constr type="h" for="ch" forName="compositeNode" refType="h"/>
      <dgm:constr type="w" for="ch" forName="compositeNode" refType="w"/>
      <dgm:constr type="w" for="des" forName="simulatedConn" refType="w" refFor="ch" refForName="compositeNode" fact="0.15"/>
      <dgm:constr type="h" for="des" forName="simulatedConn" refType="w" refFor="des" refForName="simulatedConn"/>
      <dgm:constr type="h" for="des" forName="vSp1" refType="w" refFor="ch" refForName="compositeNode" fact="0.8"/>
      <dgm:constr type="h" for="des" forName="vSp2" refType="w" refFor="ch" refForName="compositeNode" fact="0.07"/>
      <dgm:constr type="w" for="ch" forName="vProcSp" refType="w" refFor="des" refForName="simulatedConn" op="equ"/>
      <dgm:constr type="h" for="ch" forName="vProcSp" refType="h" refFor="ch" refForName="compositeNode" op="equ"/>
      <dgm:constr type="w" for="ch" forName="sibTrans" refType="w" refFor="ch" refForName="compositeNode" fact="0.08"/>
      <dgm:constr type="primFontSz" for="des" forName="sibTransNodeRect" op="equ"/>
      <dgm:constr type="primFontSz" for="des" forName="nodeRect" op="equ"/>
    </dgm:constrLst>
    <dgm:ruleLst/>
    <dgm:forEach name="Name4" axis="ch" ptType="node">
      <dgm:layoutNode name="compositeNode">
        <dgm:varLst>
          <dgm:bulletEnabled val="1"/>
        </dgm:varLst>
        <dgm:alg type="composite"/>
        <dgm:constrLst>
          <dgm:constr type="h" refType="w" op="lte" fact="1.2"/>
          <dgm:constr type="w" for="ch" forName="bgRect" refType="w"/>
          <dgm:constr type="h" for="ch" forName="bgRect" refType="h"/>
          <dgm:constr type="t" for="ch" forName="bgRect"/>
          <dgm:constr type="l" for="ch" forName="bgRect"/>
          <dgm:constr type="w" for="ch" forName="sibTransNodeRect" refType="w" refFor="ch" refForName="bgRect"/>
          <dgm:constr type="h" for="ch" forName="sibTransNodeRect" refType="h" refFor="ch" refForName="bgRect" fact="0.4"/>
          <dgm:constr type="t" for="ch" forName="sibTransNodeRect"/>
          <dgm:constr type="l" for="ch" forName="sibTransNodeRect"/>
          <dgm:constr type="r" for="ch" forName="nodeRect" refType="r" refFor="ch" refForName="bgRect"/>
          <dgm:constr type="h" for="ch" forName="nodeRect" refType="h" refFor="ch" refForName="bgRect" fact="0.6"/>
          <dgm:constr type="t" for="ch" forName="nodeRect" refType="b" refFor="ch" refForName="sibTransNodeRect"/>
          <dgm:constr type="l" for="ch" forName="nodeRect" refType="l" refFor="ch" refForName="bgRect"/>
        </dgm:constrLst>
        <dgm:ruleLst>
          <dgm:rule type="w" for="ch" forName="nodeRect" val="NaN" fact="NaN" max="30"/>
        </dgm:ruleLst>
        <dgm:layoutNode name="bgRect" styleLbl="alignNode1">
          <dgm:alg type="sp"/>
          <dgm:shape xmlns:r="http://schemas.openxmlformats.org/officeDocument/2006/relationships" type="rect" r:blip="">
            <dgm:adjLst>
              <dgm:adj idx="1" val="0.05"/>
            </dgm:adjLst>
          </dgm:shape>
          <dgm:presOf axis="self"/>
          <dgm:constrLst/>
          <dgm:ruleLst/>
        </dgm:layoutNode>
        <dgm:forEach name="Name19" axis="followSib" ptType="sibTrans" hideLastTrans="0" cnt="1">
          <dgm:layoutNode name="sibTransNodeRect" styleLbl="alignNode1">
            <dgm:varLst>
              <dgm:chMax val="0"/>
              <dgm:bulletEnabled val="1"/>
            </dgm:varLst>
            <dgm:presOf axis="self"/>
            <dgm:alg type="tx">
              <dgm:param type="parTxLTRAlign" val="l"/>
              <dgm:param type="parTxRTLAlign" val="l"/>
            </dgm:alg>
            <dgm:shape xmlns:r="http://schemas.openxmlformats.org/officeDocument/2006/relationships" type="rect" r:blip="" hideGeom="1">
              <dgm:adjLst/>
            </dgm:shape>
            <dgm:constrLst>
              <dgm:constr type="primFontSz" val="66"/>
              <dgm:constr type="tMarg" val="13"/>
              <dgm:constr type="lMarg" refType="w" fact="0.28"/>
              <dgm:constr type="rMarg" refType="w" fact="0.28"/>
              <dgm:constr type="bMarg" val="13"/>
            </dgm:constrLst>
            <dgm:ruleLst>
              <dgm:rule type="primFontSz" val="14" fact="NaN" max="NaN"/>
              <dgm:rule type="tMarg" val="13" fact="NaN" max="NaN"/>
            </dgm:ruleLst>
          </dgm:layoutNode>
        </dgm:forEach>
        <dgm:layoutNode name="nodeRect" styleLbl="alignNode1" moveWith="bgRect">
          <dgm:varLst>
            <dgm:bulletEnabled val="1"/>
          </dgm:varLst>
          <dgm:alg type="tx">
            <dgm:param type="parTxLTRAlign" val="l"/>
            <dgm:param type="parTxRTLAlign" val="r"/>
            <dgm:param type="txAnchorVert" val="t"/>
            <dgm:param type="stBulletLvl" val="2"/>
          </dgm:alg>
          <dgm:shape xmlns:r="http://schemas.openxmlformats.org/officeDocument/2006/relationships" type="rect" r:blip="" hideGeom="1">
            <dgm:adjLst/>
          </dgm:shape>
          <dgm:presOf axis="desOrSelf" ptType="node"/>
          <dgm:constrLst>
            <dgm:constr type="primFontSz" val="26"/>
            <dgm:constr type="tMarg"/>
            <dgm:constr type="lMarg" refType="w" fact="0.28"/>
            <dgm:constr type="rMarg" refType="w" fact="0.28"/>
            <dgm:constr type="bMarg" val="26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  <dgm:extLst>
    <a:ext uri="{4F341089-5ED1-44EC-B178-C955D00A3D55}">
      <dgm1611:autoBuNodeInfoLst xmlns:dgm1611="http://schemas.microsoft.com/office/drawing/2016/11/diagram">
        <dgm1611:autoBuNodeInfo lvl="1" ptType="sibTrans">
          <dgm1611:buPr prefix="" leadZeros="1">
            <a:buAutoNum type="arabicParenBoth"/>
          </dgm1611:buPr>
        </dgm1611:autoBuNodeInfo>
      </dgm1611:autoBuNodeInfoLst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 /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 /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 /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 /><Relationship Id="rId1" Type="http://schemas.openxmlformats.org/officeDocument/2006/relationships/slideMaster" Target="../slideMasters/slideMaster1.xml" 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0693" y="1769540"/>
            <a:ext cx="9440034" cy="1828801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0693" y="3598339"/>
            <a:ext cx="9440034" cy="1049867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CB45BA-8B01-44BD-B224-AC2883B59588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32FC4-DBAB-4E31-83DD-141CBD72A2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11276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CB45BA-8B01-44BD-B224-AC2883B59588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32FC4-DBAB-4E31-83DD-141CBD72A2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91880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1761067"/>
            <a:ext cx="9590550" cy="1828813"/>
          </a:xfrm>
        </p:spPr>
        <p:txBody>
          <a:bodyPr anchor="b"/>
          <a:lstStyle>
            <a:lvl1pPr algn="ct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3589879"/>
            <a:ext cx="9590550" cy="1507054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CB45BA-8B01-44BD-B224-AC2883B59588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32FC4-DBAB-4E31-83DD-141CBD72A2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62115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1732449"/>
            <a:ext cx="5060497" cy="4058750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2892" y="1732449"/>
            <a:ext cx="5064665" cy="4058751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CB45BA-8B01-44BD-B224-AC2883B59588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32FC4-DBAB-4E31-83DD-141CBD72A2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07694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795" y="1734506"/>
            <a:ext cx="5089072" cy="4148769"/>
          </a:xfrm>
          <a:prstGeom prst="rect">
            <a:avLst/>
          </a:prstGeom>
        </p:spPr>
      </p:pic>
      <p:pic>
        <p:nvPicPr>
          <p:cNvPr id="21" name="Picture 20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8485" y="1734506"/>
            <a:ext cx="5089072" cy="414876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5872" y="1835254"/>
            <a:ext cx="4876344" cy="544884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05872" y="2380137"/>
            <a:ext cx="4876344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94967" y="1835254"/>
            <a:ext cx="4895330" cy="544883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94967" y="2380137"/>
            <a:ext cx="4895330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CB45BA-8B01-44BD-B224-AC2883B59588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32FC4-DBAB-4E31-83DD-141CBD72A2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63005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CB45BA-8B01-44BD-B224-AC2883B59588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32FC4-DBAB-4E31-83DD-141CBD72A2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49503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CB45BA-8B01-44BD-B224-AC2883B59588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32FC4-DBAB-4E31-83DD-141CBD72A2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0500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3706889" cy="182191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609600"/>
            <a:ext cx="6411924" cy="51816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1518"/>
            <a:ext cx="3706889" cy="3359681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CB45BA-8B01-44BD-B224-AC2883B59588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32FC4-DBAB-4E31-83DD-141CBD72A2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82677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Slate-V2-HD-vert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3665" y="609600"/>
            <a:ext cx="3584166" cy="520483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923"/>
            <a:ext cx="5934949" cy="1829338"/>
          </a:xfrm>
        </p:spPr>
        <p:txBody>
          <a:bodyPr anchor="b">
            <a:noAutofit/>
          </a:bodyPr>
          <a:lstStyle>
            <a:lvl1pPr algn="ctr">
              <a:defRPr sz="3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42551" y="763702"/>
            <a:ext cx="3275751" cy="4912822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9261"/>
            <a:ext cx="5934949" cy="337613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CB45BA-8B01-44BD-B224-AC2883B59588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32FC4-DBAB-4E31-83DD-141CBD72A2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5664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Slate-V2-HD-pano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883" y="547807"/>
            <a:ext cx="10141799" cy="381680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565255"/>
            <a:ext cx="10355326" cy="543472"/>
          </a:xfrm>
        </p:spPr>
        <p:txBody>
          <a:bodyPr anchor="b">
            <a:normAutofit/>
          </a:bodyPr>
          <a:lstStyle>
            <a:lvl1pPr algn="ctr"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69349" y="695009"/>
            <a:ext cx="9845346" cy="3525671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53762" cy="682472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CB45BA-8B01-44BD-B224-AC2883B59588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32FC4-DBAB-4E31-83DD-141CBD72A2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38266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8437"/>
            <a:ext cx="10353762" cy="353434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95180"/>
            <a:ext cx="10353763" cy="150182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CB45BA-8B01-44BD-B224-AC2883B59588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32FC4-DBAB-4E31-83DD-141CBD72A2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229297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32749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304353"/>
            <a:ext cx="10353763" cy="148949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CB45BA-8B01-44BD-B224-AC2883B59588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32FC4-DBAB-4E31-83DD-141CBD72A231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990600" y="88479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04716" y="292825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71725594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2126942"/>
            <a:ext cx="10353763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84" y="4650556"/>
            <a:ext cx="1035219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CB45BA-8B01-44BD-B224-AC2883B59588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32FC4-DBAB-4E31-83DD-141CBD72A2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340694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5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6711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43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572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66572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CB45BA-8B01-44BD-B224-AC2883B59588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32FC4-DBAB-4E31-83DD-141CBD72A2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734393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962" y="1818214"/>
            <a:ext cx="3339972" cy="1847851"/>
          </a:xfrm>
          <a:prstGeom prst="rect">
            <a:avLst/>
          </a:prstGeom>
        </p:spPr>
      </p:pic>
      <p:pic>
        <p:nvPicPr>
          <p:cNvPr id="36" name="Picture 35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3800" y="1818214"/>
            <a:ext cx="3339972" cy="1847851"/>
          </a:xfrm>
          <a:prstGeom prst="rect">
            <a:avLst/>
          </a:prstGeom>
        </p:spPr>
      </p:pic>
      <p:pic>
        <p:nvPicPr>
          <p:cNvPr id="37" name="Picture 36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6051" y="1818214"/>
            <a:ext cx="3339972" cy="1847851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3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8102" y="1938918"/>
            <a:ext cx="3092368" cy="160295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480368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88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45743" y="1939094"/>
            <a:ext cx="3092368" cy="160816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435" y="4480367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697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75698" y="1934432"/>
            <a:ext cx="3092368" cy="160729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66572" y="4480365"/>
            <a:ext cx="3300984" cy="131083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CB45BA-8B01-44BD-B224-AC2883B59588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32FC4-DBAB-4E31-83DD-141CBD72A2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228115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CB45BA-8B01-44BD-B224-AC2883B59588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32FC4-DBAB-4E31-83DD-141CBD72A2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813232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83068" y="609599"/>
            <a:ext cx="228448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6" y="609599"/>
            <a:ext cx="7916872" cy="5181601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CB45BA-8B01-44BD-B224-AC2883B59588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32FC4-DBAB-4E31-83DD-141CBD72A2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15216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13" Type="http://schemas.openxmlformats.org/officeDocument/2006/relationships/slideLayout" Target="../slideLayouts/slideLayout13.xml" /><Relationship Id="rId18" Type="http://schemas.openxmlformats.org/officeDocument/2006/relationships/theme" Target="../theme/theme1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slideLayout" Target="../slideLayouts/slideLayout12.xml" /><Relationship Id="rId17" Type="http://schemas.openxmlformats.org/officeDocument/2006/relationships/slideLayout" Target="../slideLayouts/slideLayout17.xml" /><Relationship Id="rId2" Type="http://schemas.openxmlformats.org/officeDocument/2006/relationships/slideLayout" Target="../slideLayouts/slideLayout2.xml" /><Relationship Id="rId16" Type="http://schemas.openxmlformats.org/officeDocument/2006/relationships/slideLayout" Target="../slideLayouts/slideLayout16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5" Type="http://schemas.openxmlformats.org/officeDocument/2006/relationships/slideLayout" Target="../slideLayouts/slideLayout1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Relationship Id="rId14" Type="http://schemas.openxmlformats.org/officeDocument/2006/relationships/slideLayout" Target="../slideLayouts/slideLayout14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1732449"/>
            <a:ext cx="10353762" cy="4058751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36CB45BA-8B01-44BD-B224-AC2883B59588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5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7BF32FC4-DBAB-4E31-83DD-141CBD72A2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319886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j-lt"/>
          <a:ea typeface="+mj-ea"/>
          <a:cs typeface="Trebuchet M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2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1pPr>
      <a:lvl2pPr marL="72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8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2pPr>
      <a:lvl3pPr marL="102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3pPr>
      <a:lvl4pPr marL="138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4pPr>
      <a:lvl5pPr marL="1674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5pPr>
      <a:lvl6pPr marL="20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240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278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310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 /><Relationship Id="rId1" Type="http://schemas.openxmlformats.org/officeDocument/2006/relationships/slideLayout" Target="../slideLayouts/slideLayout1.xml" 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 /><Relationship Id="rId7" Type="http://schemas.microsoft.com/office/2007/relationships/diagramDrawing" Target="../diagrams/drawing1.xml" /><Relationship Id="rId2" Type="http://schemas.openxmlformats.org/officeDocument/2006/relationships/image" Target="../media/image1.jpeg" /><Relationship Id="rId1" Type="http://schemas.openxmlformats.org/officeDocument/2006/relationships/slideLayout" Target="../slideLayouts/slideLayout11.xml" /><Relationship Id="rId6" Type="http://schemas.openxmlformats.org/officeDocument/2006/relationships/diagramColors" Target="../diagrams/colors1.xml" /><Relationship Id="rId5" Type="http://schemas.openxmlformats.org/officeDocument/2006/relationships/diagramQuickStyle" Target="../diagrams/quickStyle1.xml" /><Relationship Id="rId4" Type="http://schemas.openxmlformats.org/officeDocument/2006/relationships/diagramLayout" Target="../diagrams/layout1.xml" 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 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 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 /><Relationship Id="rId1" Type="http://schemas.openxmlformats.org/officeDocument/2006/relationships/slideLayout" Target="../slideLayouts/slideLayout6.xml" 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80000"/>
                <a:lumMod val="80000"/>
              </a:schemeClr>
              <a:schemeClr val="bg2">
                <a:tint val="98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F7471772-E57F-4CD9-9241-D264A2F782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321564" y="320040"/>
            <a:ext cx="11548872" cy="6217920"/>
          </a:xfrm>
          <a:prstGeom prst="rect">
            <a:avLst/>
          </a:prstGeom>
          <a:solidFill>
            <a:schemeClr val="bg1">
              <a:lumMod val="75000"/>
              <a:lumOff val="25000"/>
            </a:schemeClr>
          </a:solidFill>
          <a:ln>
            <a:noFill/>
          </a:ln>
          <a:effectLst>
            <a:innerShdw blurRad="63500" dist="50800" dir="162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A27FB15-1F80-35F4-1C16-E22509DF2E0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377625" y="963507"/>
            <a:ext cx="6849344" cy="4995027"/>
          </a:xfrm>
        </p:spPr>
        <p:txBody>
          <a:bodyPr anchor="ctr">
            <a:normAutofit/>
          </a:bodyPr>
          <a:lstStyle/>
          <a:p>
            <a:pPr algn="l"/>
            <a:r>
              <a:rPr lang="ka-GE" sz="5200" dirty="0"/>
              <a:t>რა არის </a:t>
            </a:r>
            <a:r>
              <a:rPr lang="en-US" sz="5200" dirty="0"/>
              <a:t>OOP</a:t>
            </a:r>
            <a:br>
              <a:rPr lang="ka-GE" sz="5200" dirty="0"/>
            </a:br>
            <a:r>
              <a:rPr lang="ka-GE" sz="2800" dirty="0"/>
              <a:t>(ობიექტზე ორიენტირებული პროგრამირება)</a:t>
            </a:r>
            <a:endParaRPr lang="en-US" sz="28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DB8298D-9888-E6C8-9047-5B488E5CA2A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65031" y="957287"/>
            <a:ext cx="2760795" cy="4995027"/>
          </a:xfrm>
        </p:spPr>
        <p:txBody>
          <a:bodyPr anchor="ctr">
            <a:normAutofit/>
          </a:bodyPr>
          <a:lstStyle/>
          <a:p>
            <a:pPr algn="r"/>
            <a:r>
              <a:rPr lang="ka-GE" dirty="0"/>
              <a:t>თაზო ჯავახიშვილი დიმი                დემეტრე</a:t>
            </a:r>
            <a:endParaRPr lang="en-US"/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31CC7E9E-3FF6-4189-9B36-995A779F3C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055891" y="2057399"/>
            <a:ext cx="0" cy="274320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7711216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80000"/>
                <a:lumMod val="80000"/>
              </a:schemeClr>
              <a:schemeClr val="bg2">
                <a:tint val="98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A1C18A83-49D0-A57F-EF7E-796149D0FE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dirty="0" err="1"/>
              <a:t>რა</a:t>
            </a:r>
            <a:r>
              <a:rPr lang="en-US" sz="4000" dirty="0"/>
              <a:t> </a:t>
            </a:r>
            <a:r>
              <a:rPr lang="en-US" sz="4000" dirty="0" err="1"/>
              <a:t>არის</a:t>
            </a:r>
            <a:r>
              <a:rPr lang="en-US" sz="4000" dirty="0"/>
              <a:t> OOP? </a:t>
            </a:r>
            <a:r>
              <a:rPr lang="en-US" sz="4000" dirty="0" err="1"/>
              <a:t>და</a:t>
            </a:r>
            <a:r>
              <a:rPr lang="en-US" sz="4000" dirty="0"/>
              <a:t> </a:t>
            </a:r>
            <a:r>
              <a:rPr lang="en-US" sz="4000" dirty="0" err="1"/>
              <a:t>რატომ</a:t>
            </a:r>
            <a:r>
              <a:rPr lang="en-US" sz="4000" dirty="0"/>
              <a:t> </a:t>
            </a:r>
            <a:r>
              <a:rPr lang="en-US" sz="4000" dirty="0" err="1"/>
              <a:t>შეიქმნა</a:t>
            </a:r>
            <a:r>
              <a:rPr lang="en-US" sz="4000" dirty="0"/>
              <a:t> </a:t>
            </a:r>
            <a:r>
              <a:rPr lang="en-US" sz="4000" dirty="0" err="1"/>
              <a:t>იგი</a:t>
            </a:r>
            <a:r>
              <a:rPr lang="en-US" sz="4000" dirty="0"/>
              <a:t>?</a:t>
            </a:r>
          </a:p>
        </p:txBody>
      </p:sp>
      <p:graphicFrame>
        <p:nvGraphicFramePr>
          <p:cNvPr id="15" name="Text Placeholder 6">
            <a:extLst>
              <a:ext uri="{FF2B5EF4-FFF2-40B4-BE49-F238E27FC236}">
                <a16:creationId xmlns:a16="http://schemas.microsoft.com/office/drawing/2014/main" id="{0B77D7EF-2771-5D92-4902-000648917C2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67888682"/>
              </p:ext>
            </p:extLst>
          </p:nvPr>
        </p:nvGraphicFramePr>
        <p:xfrm>
          <a:off x="914400" y="1731963"/>
          <a:ext cx="10353675" cy="40592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4409676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E84B495-B93F-3F1C-99F4-947BD048E6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a-GE" dirty="0"/>
              <a:t>რა არის კლასი და ობიექტი?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53AC05B-821E-29A6-AACB-4CD9EC8106C9}"/>
              </a:ext>
            </a:extLst>
          </p:cNvPr>
          <p:cNvSpPr txBox="1"/>
          <p:nvPr/>
        </p:nvSpPr>
        <p:spPr>
          <a:xfrm>
            <a:off x="913795" y="1868130"/>
            <a:ext cx="10353762" cy="40626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a-GE" sz="2400" b="1" dirty="0"/>
              <a:t>კლასი (</a:t>
            </a:r>
            <a:r>
              <a:rPr lang="en-US" sz="2400" b="1" dirty="0"/>
              <a:t>Class)</a:t>
            </a:r>
            <a:r>
              <a:rPr lang="en-US" sz="2400" dirty="0"/>
              <a:t> — </a:t>
            </a:r>
            <a:r>
              <a:rPr lang="ka-GE" sz="2400" dirty="0"/>
              <a:t>შაბლონი ან გეგმა</a:t>
            </a:r>
            <a:br>
              <a:rPr lang="ka-GE" sz="2400" dirty="0"/>
            </a:br>
            <a:r>
              <a:rPr lang="ka-GE" sz="2400" b="1" dirty="0"/>
              <a:t>ობიექტი (</a:t>
            </a:r>
            <a:r>
              <a:rPr lang="en-US" sz="2400" b="1" dirty="0"/>
              <a:t>Object)</a:t>
            </a:r>
            <a:r>
              <a:rPr lang="en-US" sz="2400" dirty="0"/>
              <a:t> — </a:t>
            </a:r>
            <a:r>
              <a:rPr lang="ka-GE" sz="2400" dirty="0"/>
              <a:t>ამ შაბლონის მიხედვით შექმნილი რეალური </a:t>
            </a:r>
          </a:p>
          <a:p>
            <a:endParaRPr lang="ka-GE" sz="2400" dirty="0"/>
          </a:p>
          <a:p>
            <a:r>
              <a:rPr lang="ka-GE" sz="2400" dirty="0"/>
              <a:t>ერთეული</a:t>
            </a:r>
          </a:p>
          <a:p>
            <a:endParaRPr lang="ka-GE" sz="2400" dirty="0"/>
          </a:p>
          <a:p>
            <a:r>
              <a:rPr lang="ka-GE" sz="2400" dirty="0"/>
              <a:t>მაგალითი:</a:t>
            </a:r>
          </a:p>
          <a:p>
            <a:r>
              <a:rPr lang="ka-GE" sz="2400" dirty="0"/>
              <a:t>კლასი: </a:t>
            </a:r>
            <a:r>
              <a:rPr lang="en-US" sz="2400" dirty="0"/>
              <a:t>Dog</a:t>
            </a:r>
            <a:br>
              <a:rPr lang="en-US" sz="2400" dirty="0"/>
            </a:br>
            <a:r>
              <a:rPr lang="ka-GE" sz="2400" dirty="0"/>
              <a:t>ობიექტი: კონკრეტული ძაღლი (ბობი, 3 წლის)</a:t>
            </a:r>
          </a:p>
          <a:p>
            <a:r>
              <a:rPr lang="ka-GE" sz="2400" dirty="0"/>
              <a:t>კლასი აღწერს წესებს,</a:t>
            </a:r>
            <a:br>
              <a:rPr lang="ka-GE" sz="2400" dirty="0"/>
            </a:br>
            <a:r>
              <a:rPr lang="ka-GE" sz="2400" dirty="0"/>
              <a:t>ობიექტი ინახავს რეალურ მონაცემებს.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9833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7CFAC9FD-BAD6-47B4-9C11-BE23CEAC75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5B67B9C-9B45-4084-9BB5-187071EE9A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4654287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63B4004-36F0-53EF-7D65-0800E7A1D0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916" y="1078264"/>
            <a:ext cx="3422930" cy="470147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r"/>
            <a:r>
              <a:rPr lang="en-US" sz="4400">
                <a:solidFill>
                  <a:srgbClr val="FFFFFF"/>
                </a:solidFill>
              </a:rPr>
              <a:t>OOP-ის 4 მთავარი პრინციპი</a:t>
            </a: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CCCA599D-617D-9F06-4190-36B14B387F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14167" y="1078263"/>
            <a:ext cx="6117578" cy="4701474"/>
          </a:xfrm>
          <a:prstGeom prst="rect">
            <a:avLst/>
          </a:prstGeom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="ctr" anchorCtr="0" compatLnSpc="1">
            <a:prstTxWarp prst="textNoShape">
              <a:avLst/>
            </a:prstTxWarp>
            <a:normAutofit/>
          </a:bodyPr>
          <a:lstStyle/>
          <a:p>
            <a:pPr marL="0" marR="0" lvl="0" indent="0" fontAlgn="base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•"/>
              <a:tabLst/>
            </a:pPr>
            <a:r>
              <a:rPr kumimoji="0" lang="en-US" altLang="en-US" b="1" i="0" u="none" strike="noStrike" cap="none" normalizeH="0" baseline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</a:rPr>
              <a:t>Encapsulation</a:t>
            </a:r>
            <a:r>
              <a:rPr kumimoji="0" lang="en-US" altLang="en-US" b="0" i="0" u="none" strike="noStrike" cap="none" normalizeH="0" baseline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</a:rPr>
              <a:t> — მონაცემების დაცვა</a:t>
            </a:r>
          </a:p>
          <a:p>
            <a:pPr marL="0" marR="0" lvl="0" indent="0" fontAlgn="base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•"/>
              <a:tabLst/>
            </a:pPr>
            <a:r>
              <a:rPr kumimoji="0" lang="en-US" altLang="en-US" b="1" i="0" u="none" strike="noStrike" cap="none" normalizeH="0" baseline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</a:rPr>
              <a:t>Inheritance</a:t>
            </a:r>
            <a:r>
              <a:rPr kumimoji="0" lang="en-US" altLang="en-US" b="0" i="0" u="none" strike="noStrike" cap="none" normalizeH="0" baseline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</a:rPr>
              <a:t> — მემკვიდრეობა</a:t>
            </a:r>
          </a:p>
          <a:p>
            <a:pPr marL="0" marR="0" lvl="0" indent="0" fontAlgn="base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•"/>
              <a:tabLst/>
            </a:pPr>
            <a:r>
              <a:rPr kumimoji="0" lang="en-US" altLang="en-US" b="1" i="0" u="none" strike="noStrike" cap="none" normalizeH="0" baseline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</a:rPr>
              <a:t>Polymorphism</a:t>
            </a:r>
            <a:r>
              <a:rPr kumimoji="0" lang="en-US" altLang="en-US" b="0" i="0" u="none" strike="noStrike" cap="none" normalizeH="0" baseline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</a:rPr>
              <a:t> — ერთი მოქმედება, სხვადასხვა შედეგი</a:t>
            </a:r>
          </a:p>
          <a:p>
            <a:pPr marL="0" marR="0" lvl="0" indent="0" fontAlgn="base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•"/>
              <a:tabLst/>
            </a:pPr>
            <a:r>
              <a:rPr kumimoji="0" lang="en-US" altLang="en-US" b="1" i="0" u="none" strike="noStrike" cap="none" normalizeH="0" baseline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</a:rPr>
              <a:t>Abstraction</a:t>
            </a:r>
            <a:r>
              <a:rPr kumimoji="0" lang="en-US" altLang="en-US" b="0" i="0" u="none" strike="noStrike" cap="none" normalizeH="0" baseline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</a:rPr>
              <a:t> — მნიშვნელოვანი დეტალების დატოვება</a:t>
            </a:r>
          </a:p>
        </p:txBody>
      </p:sp>
    </p:spTree>
    <p:extLst>
      <p:ext uri="{BB962C8B-B14F-4D97-AF65-F5344CB8AC3E}">
        <p14:creationId xmlns:p14="http://schemas.microsoft.com/office/powerpoint/2010/main" val="6232628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80000"/>
                <a:lumMod val="80000"/>
              </a:schemeClr>
              <a:schemeClr val="bg2">
                <a:tint val="98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C224410-FF86-4FBB-A05E-61232D4B13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Freeform: Shape 10">
            <a:extLst>
              <a:ext uri="{FF2B5EF4-FFF2-40B4-BE49-F238E27FC236}">
                <a16:creationId xmlns:a16="http://schemas.microsoft.com/office/drawing/2014/main" id="{F3BDD110-869E-4A8C-9250-C7AE5C8408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302" y="-2"/>
            <a:ext cx="6088698" cy="6858002"/>
          </a:xfrm>
          <a:custGeom>
            <a:avLst/>
            <a:gdLst>
              <a:gd name="connsiteX0" fmla="*/ 0 w 6088698"/>
              <a:gd name="connsiteY0" fmla="*/ 0 h 6858002"/>
              <a:gd name="connsiteX1" fmla="*/ 2610464 w 6088698"/>
              <a:gd name="connsiteY1" fmla="*/ 0 h 6858002"/>
              <a:gd name="connsiteX2" fmla="*/ 2610464 w 6088698"/>
              <a:gd name="connsiteY2" fmla="*/ 3 h 6858002"/>
              <a:gd name="connsiteX3" fmla="*/ 5749313 w 6088698"/>
              <a:gd name="connsiteY3" fmla="*/ 3 h 6858002"/>
              <a:gd name="connsiteX4" fmla="*/ 5749313 w 6088698"/>
              <a:gd name="connsiteY4" fmla="*/ 4 h 6858002"/>
              <a:gd name="connsiteX5" fmla="*/ 5740011 w 6088698"/>
              <a:gd name="connsiteY5" fmla="*/ 4 h 6858002"/>
              <a:gd name="connsiteX6" fmla="*/ 5748114 w 6088698"/>
              <a:gd name="connsiteY6" fmla="*/ 40466 h 6858002"/>
              <a:gd name="connsiteX7" fmla="*/ 5771963 w 6088698"/>
              <a:gd name="connsiteY7" fmla="*/ 159110 h 6858002"/>
              <a:gd name="connsiteX8" fmla="*/ 5788633 w 6088698"/>
              <a:gd name="connsiteY8" fmla="*/ 245521 h 6858002"/>
              <a:gd name="connsiteX9" fmla="*/ 5806229 w 6088698"/>
              <a:gd name="connsiteY9" fmla="*/ 348391 h 6858002"/>
              <a:gd name="connsiteX10" fmla="*/ 5827299 w 6088698"/>
              <a:gd name="connsiteY10" fmla="*/ 470463 h 6858002"/>
              <a:gd name="connsiteX11" fmla="*/ 5849526 w 6088698"/>
              <a:gd name="connsiteY11" fmla="*/ 605566 h 6858002"/>
              <a:gd name="connsiteX12" fmla="*/ 5872911 w 6088698"/>
              <a:gd name="connsiteY12" fmla="*/ 757813 h 6858002"/>
              <a:gd name="connsiteX13" fmla="*/ 5897684 w 6088698"/>
              <a:gd name="connsiteY13" fmla="*/ 923777 h 6858002"/>
              <a:gd name="connsiteX14" fmla="*/ 5922459 w 6088698"/>
              <a:gd name="connsiteY14" fmla="*/ 1104142 h 6858002"/>
              <a:gd name="connsiteX15" fmla="*/ 5947695 w 6088698"/>
              <a:gd name="connsiteY15" fmla="*/ 1296166 h 6858002"/>
              <a:gd name="connsiteX16" fmla="*/ 5971079 w 6088698"/>
              <a:gd name="connsiteY16" fmla="*/ 1503278 h 6858002"/>
              <a:gd name="connsiteX17" fmla="*/ 5993538 w 6088698"/>
              <a:gd name="connsiteY17" fmla="*/ 1719991 h 6858002"/>
              <a:gd name="connsiteX18" fmla="*/ 6013913 w 6088698"/>
              <a:gd name="connsiteY18" fmla="*/ 1949048 h 6858002"/>
              <a:gd name="connsiteX19" fmla="*/ 6033361 w 6088698"/>
              <a:gd name="connsiteY19" fmla="*/ 2187706 h 6858002"/>
              <a:gd name="connsiteX20" fmla="*/ 6051654 w 6088698"/>
              <a:gd name="connsiteY20" fmla="*/ 2436652 h 6858002"/>
              <a:gd name="connsiteX21" fmla="*/ 6058136 w 6088698"/>
              <a:gd name="connsiteY21" fmla="*/ 2564211 h 6858002"/>
              <a:gd name="connsiteX22" fmla="*/ 6065314 w 6088698"/>
              <a:gd name="connsiteY22" fmla="*/ 2694512 h 6858002"/>
              <a:gd name="connsiteX23" fmla="*/ 6072027 w 6088698"/>
              <a:gd name="connsiteY23" fmla="*/ 2826871 h 6858002"/>
              <a:gd name="connsiteX24" fmla="*/ 6076427 w 6088698"/>
              <a:gd name="connsiteY24" fmla="*/ 2959917 h 6858002"/>
              <a:gd name="connsiteX25" fmla="*/ 6080363 w 6088698"/>
              <a:gd name="connsiteY25" fmla="*/ 3095705 h 6858002"/>
              <a:gd name="connsiteX26" fmla="*/ 6084530 w 6088698"/>
              <a:gd name="connsiteY26" fmla="*/ 3232865 h 6858002"/>
              <a:gd name="connsiteX27" fmla="*/ 6087308 w 6088698"/>
              <a:gd name="connsiteY27" fmla="*/ 3372768 h 6858002"/>
              <a:gd name="connsiteX28" fmla="*/ 6087308 w 6088698"/>
              <a:gd name="connsiteY28" fmla="*/ 3514043 h 6858002"/>
              <a:gd name="connsiteX29" fmla="*/ 6088698 w 6088698"/>
              <a:gd name="connsiteY29" fmla="*/ 3656689 h 6858002"/>
              <a:gd name="connsiteX30" fmla="*/ 6087308 w 6088698"/>
              <a:gd name="connsiteY30" fmla="*/ 3800707 h 6858002"/>
              <a:gd name="connsiteX31" fmla="*/ 6084530 w 6088698"/>
              <a:gd name="connsiteY31" fmla="*/ 3946783 h 6858002"/>
              <a:gd name="connsiteX32" fmla="*/ 6081983 w 6088698"/>
              <a:gd name="connsiteY32" fmla="*/ 4092858 h 6858002"/>
              <a:gd name="connsiteX33" fmla="*/ 6076427 w 6088698"/>
              <a:gd name="connsiteY33" fmla="*/ 4240991 h 6858002"/>
              <a:gd name="connsiteX34" fmla="*/ 6070639 w 6088698"/>
              <a:gd name="connsiteY34" fmla="*/ 4390495 h 6858002"/>
              <a:gd name="connsiteX35" fmla="*/ 6063924 w 6088698"/>
              <a:gd name="connsiteY35" fmla="*/ 4540000 h 6858002"/>
              <a:gd name="connsiteX36" fmla="*/ 6054432 w 6088698"/>
              <a:gd name="connsiteY36" fmla="*/ 4690876 h 6858002"/>
              <a:gd name="connsiteX37" fmla="*/ 6043086 w 6088698"/>
              <a:gd name="connsiteY37" fmla="*/ 4843123 h 6858002"/>
              <a:gd name="connsiteX38" fmla="*/ 6032204 w 6088698"/>
              <a:gd name="connsiteY38" fmla="*/ 4996057 h 6858002"/>
              <a:gd name="connsiteX39" fmla="*/ 6018313 w 6088698"/>
              <a:gd name="connsiteY39" fmla="*/ 5148990 h 6858002"/>
              <a:gd name="connsiteX40" fmla="*/ 6001642 w 6088698"/>
              <a:gd name="connsiteY40" fmla="*/ 5303981 h 6858002"/>
              <a:gd name="connsiteX41" fmla="*/ 5984972 w 6088698"/>
              <a:gd name="connsiteY41" fmla="*/ 5456914 h 6858002"/>
              <a:gd name="connsiteX42" fmla="*/ 5965754 w 6088698"/>
              <a:gd name="connsiteY42" fmla="*/ 5612591 h 6858002"/>
              <a:gd name="connsiteX43" fmla="*/ 5944685 w 6088698"/>
              <a:gd name="connsiteY43" fmla="*/ 5768953 h 6858002"/>
              <a:gd name="connsiteX44" fmla="*/ 5922459 w 6088698"/>
              <a:gd name="connsiteY44" fmla="*/ 5923258 h 6858002"/>
              <a:gd name="connsiteX45" fmla="*/ 5896527 w 6088698"/>
              <a:gd name="connsiteY45" fmla="*/ 6079621 h 6858002"/>
              <a:gd name="connsiteX46" fmla="*/ 5868743 w 6088698"/>
              <a:gd name="connsiteY46" fmla="*/ 6235297 h 6858002"/>
              <a:gd name="connsiteX47" fmla="*/ 5841190 w 6088698"/>
              <a:gd name="connsiteY47" fmla="*/ 6391660 h 6858002"/>
              <a:gd name="connsiteX48" fmla="*/ 5809008 w 6088698"/>
              <a:gd name="connsiteY48" fmla="*/ 6547336 h 6858002"/>
              <a:gd name="connsiteX49" fmla="*/ 5776130 w 6088698"/>
              <a:gd name="connsiteY49" fmla="*/ 6702327 h 6858002"/>
              <a:gd name="connsiteX50" fmla="*/ 5741633 w 6088698"/>
              <a:gd name="connsiteY50" fmla="*/ 6858002 h 6858002"/>
              <a:gd name="connsiteX51" fmla="*/ 2610464 w 6088698"/>
              <a:gd name="connsiteY51" fmla="*/ 6858002 h 6858002"/>
              <a:gd name="connsiteX52" fmla="*/ 0 w 6088698"/>
              <a:gd name="connsiteY52" fmla="*/ 6858002 h 6858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</a:cxnLst>
            <a:rect l="l" t="t" r="r" b="b"/>
            <a:pathLst>
              <a:path w="6088698" h="6858002">
                <a:moveTo>
                  <a:pt x="0" y="0"/>
                </a:moveTo>
                <a:lnTo>
                  <a:pt x="2610464" y="0"/>
                </a:lnTo>
                <a:lnTo>
                  <a:pt x="2610464" y="3"/>
                </a:lnTo>
                <a:lnTo>
                  <a:pt x="5749313" y="3"/>
                </a:lnTo>
                <a:lnTo>
                  <a:pt x="5749313" y="4"/>
                </a:lnTo>
                <a:lnTo>
                  <a:pt x="5740011" y="4"/>
                </a:lnTo>
                <a:lnTo>
                  <a:pt x="5748114" y="40466"/>
                </a:lnTo>
                <a:lnTo>
                  <a:pt x="5771963" y="159110"/>
                </a:lnTo>
                <a:lnTo>
                  <a:pt x="5788633" y="245521"/>
                </a:lnTo>
                <a:lnTo>
                  <a:pt x="5806229" y="348391"/>
                </a:lnTo>
                <a:lnTo>
                  <a:pt x="5827299" y="470463"/>
                </a:lnTo>
                <a:lnTo>
                  <a:pt x="5849526" y="605566"/>
                </a:lnTo>
                <a:lnTo>
                  <a:pt x="5872911" y="757813"/>
                </a:lnTo>
                <a:lnTo>
                  <a:pt x="5897684" y="923777"/>
                </a:lnTo>
                <a:lnTo>
                  <a:pt x="5922459" y="1104142"/>
                </a:lnTo>
                <a:lnTo>
                  <a:pt x="5947695" y="1296166"/>
                </a:lnTo>
                <a:lnTo>
                  <a:pt x="5971079" y="1503278"/>
                </a:lnTo>
                <a:lnTo>
                  <a:pt x="5993538" y="1719991"/>
                </a:lnTo>
                <a:lnTo>
                  <a:pt x="6013913" y="1949048"/>
                </a:lnTo>
                <a:lnTo>
                  <a:pt x="6033361" y="2187706"/>
                </a:lnTo>
                <a:lnTo>
                  <a:pt x="6051654" y="2436652"/>
                </a:lnTo>
                <a:lnTo>
                  <a:pt x="6058136" y="2564211"/>
                </a:lnTo>
                <a:lnTo>
                  <a:pt x="6065314" y="2694512"/>
                </a:lnTo>
                <a:lnTo>
                  <a:pt x="6072027" y="2826871"/>
                </a:lnTo>
                <a:lnTo>
                  <a:pt x="6076427" y="2959917"/>
                </a:lnTo>
                <a:lnTo>
                  <a:pt x="6080363" y="3095705"/>
                </a:lnTo>
                <a:lnTo>
                  <a:pt x="6084530" y="3232865"/>
                </a:lnTo>
                <a:lnTo>
                  <a:pt x="6087308" y="3372768"/>
                </a:lnTo>
                <a:lnTo>
                  <a:pt x="6087308" y="3514043"/>
                </a:lnTo>
                <a:lnTo>
                  <a:pt x="6088698" y="3656689"/>
                </a:lnTo>
                <a:lnTo>
                  <a:pt x="6087308" y="3800707"/>
                </a:lnTo>
                <a:lnTo>
                  <a:pt x="6084530" y="3946783"/>
                </a:lnTo>
                <a:lnTo>
                  <a:pt x="6081983" y="4092858"/>
                </a:lnTo>
                <a:lnTo>
                  <a:pt x="6076427" y="4240991"/>
                </a:lnTo>
                <a:lnTo>
                  <a:pt x="6070639" y="4390495"/>
                </a:lnTo>
                <a:lnTo>
                  <a:pt x="6063924" y="4540000"/>
                </a:lnTo>
                <a:lnTo>
                  <a:pt x="6054432" y="4690876"/>
                </a:lnTo>
                <a:lnTo>
                  <a:pt x="6043086" y="4843123"/>
                </a:lnTo>
                <a:lnTo>
                  <a:pt x="6032204" y="4996057"/>
                </a:lnTo>
                <a:lnTo>
                  <a:pt x="6018313" y="5148990"/>
                </a:lnTo>
                <a:lnTo>
                  <a:pt x="6001642" y="5303981"/>
                </a:lnTo>
                <a:lnTo>
                  <a:pt x="5984972" y="5456914"/>
                </a:lnTo>
                <a:lnTo>
                  <a:pt x="5965754" y="5612591"/>
                </a:lnTo>
                <a:lnTo>
                  <a:pt x="5944685" y="5768953"/>
                </a:lnTo>
                <a:lnTo>
                  <a:pt x="5922459" y="5923258"/>
                </a:lnTo>
                <a:lnTo>
                  <a:pt x="5896527" y="6079621"/>
                </a:lnTo>
                <a:lnTo>
                  <a:pt x="5868743" y="6235297"/>
                </a:lnTo>
                <a:lnTo>
                  <a:pt x="5841190" y="6391660"/>
                </a:lnTo>
                <a:lnTo>
                  <a:pt x="5809008" y="6547336"/>
                </a:lnTo>
                <a:lnTo>
                  <a:pt x="5776130" y="6702327"/>
                </a:lnTo>
                <a:lnTo>
                  <a:pt x="5741633" y="6858002"/>
                </a:lnTo>
                <a:lnTo>
                  <a:pt x="2610464" y="6858002"/>
                </a:lnTo>
                <a:lnTo>
                  <a:pt x="0" y="6858002"/>
                </a:lnTo>
                <a:close/>
              </a:path>
            </a:pathLst>
          </a:custGeom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EC4045A-1C4C-AC6D-3F6F-4E15C380CC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0506" y="1118808"/>
            <a:ext cx="4671467" cy="474768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/>
            <a:r>
              <a:rPr lang="en-US" sz="4800"/>
              <a:t>სად გამოიყენება OOP?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928D543-BFD8-7FB5-4E0E-5DEBD7576CFF}"/>
              </a:ext>
            </a:extLst>
          </p:cNvPr>
          <p:cNvSpPr txBox="1"/>
          <p:nvPr/>
        </p:nvSpPr>
        <p:spPr>
          <a:xfrm>
            <a:off x="6498769" y="1118809"/>
            <a:ext cx="5049763" cy="4747681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pPr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</a:pPr>
            <a:r>
              <a:rPr lang="en-US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</a:rPr>
              <a:t>გამოიყენება ბევრ ენაში:</a:t>
            </a:r>
          </a:p>
          <a:p>
            <a:pPr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</a:pPr>
            <a:r>
              <a:rPr lang="en-US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</a:rPr>
              <a:t>Java</a:t>
            </a:r>
          </a:p>
          <a:p>
            <a:pPr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</a:pPr>
            <a:r>
              <a:rPr lang="en-US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</a:rPr>
              <a:t>Python</a:t>
            </a:r>
          </a:p>
          <a:p>
            <a:pPr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</a:pPr>
            <a:r>
              <a:rPr lang="en-US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</a:rPr>
              <a:t>C++</a:t>
            </a:r>
          </a:p>
          <a:p>
            <a:pPr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</a:pPr>
            <a:r>
              <a:rPr lang="en-US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</a:rPr>
              <a:t>C#</a:t>
            </a:r>
          </a:p>
          <a:p>
            <a:pPr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</a:pPr>
            <a:endParaRPr lang="en-US">
              <a:ln>
                <a:solidFill>
                  <a:schemeClr val="bg1">
                    <a:lumMod val="75000"/>
                    <a:lumOff val="25000"/>
                    <a:alpha val="10000"/>
                  </a:schemeClr>
                </a:solidFill>
              </a:ln>
              <a:effectLst>
                <a:outerShdw blurRad="9525" dist="25400" dir="14640000" algn="tl" rotWithShape="0">
                  <a:schemeClr val="bg1">
                    <a:alpha val="3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9239955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C3D9BD5-A493-4B97-963D-60135D5338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1F759AF4-E342-4E60-8A32-C44A328F2F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321564" y="320040"/>
            <a:ext cx="11548872" cy="6217920"/>
          </a:xfrm>
          <a:prstGeom prst="rect">
            <a:avLst/>
          </a:prstGeom>
          <a:ln w="15875" cap="sq" cmpd="sng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6EAE278-EF39-7EE1-1660-3B9A56748F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34655" y="1023257"/>
            <a:ext cx="3732902" cy="4570457"/>
          </a:xfr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pPr algn="l"/>
            <a:r>
              <a:rPr lang="en-US"/>
              <a:t>დასკვნა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2232D5D-B638-EB56-8BC9-DB2932158867}"/>
              </a:ext>
            </a:extLst>
          </p:cNvPr>
          <p:cNvSpPr txBox="1"/>
          <p:nvPr/>
        </p:nvSpPr>
        <p:spPr>
          <a:xfrm>
            <a:off x="913795" y="1023257"/>
            <a:ext cx="6025645" cy="457045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pPr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</a:pPr>
            <a:r>
              <a:rPr lang="en-US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</a:rPr>
              <a:t>OOP:</a:t>
            </a:r>
          </a:p>
          <a:p>
            <a:pPr marL="457200" indent="-45720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•"/>
            </a:pPr>
            <a:r>
              <a:rPr lang="en-US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</a:rPr>
              <a:t>ამარტივებს პროგრამირებას</a:t>
            </a:r>
          </a:p>
          <a:p>
            <a:pPr marL="457200" indent="-45720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•"/>
            </a:pPr>
            <a:r>
              <a:rPr lang="en-US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</a:rPr>
              <a:t>აკეთებს კოდს ორგანიზებულს</a:t>
            </a:r>
          </a:p>
          <a:p>
            <a:pPr marL="457200" indent="-45720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•"/>
            </a:pPr>
            <a:r>
              <a:rPr lang="en-US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</a:rPr>
              <a:t>გვეხმარება დიდ პროექტებში</a:t>
            </a:r>
          </a:p>
          <a:p>
            <a:pPr marL="457200" indent="-45720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•"/>
            </a:pPr>
            <a:r>
              <a:rPr lang="en-US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</a:rPr>
              <a:t>რეალურ სამყაროს ჰგავს</a:t>
            </a:r>
          </a:p>
          <a:p>
            <a:pPr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</a:pPr>
            <a:endParaRPr lang="en-US">
              <a:ln>
                <a:solidFill>
                  <a:schemeClr val="bg1">
                    <a:lumMod val="75000"/>
                    <a:lumOff val="25000"/>
                    <a:alpha val="10000"/>
                  </a:schemeClr>
                </a:solidFill>
              </a:ln>
              <a:solidFill>
                <a:schemeClr val="tx2"/>
              </a:solidFill>
              <a:effectLst>
                <a:outerShdw blurRad="9525" dist="25400" dir="14640000" algn="tl" rotWithShape="0">
                  <a:schemeClr val="bg1">
                    <a:alpha val="30000"/>
                  </a:schemeClr>
                </a:outerShdw>
              </a:effectLst>
            </a:endParaRP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A49B2805-6469-407A-A68A-BB85AC8A85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223630" y="2057399"/>
            <a:ext cx="0" cy="27432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8594661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 /></Relationships>
</file>

<file path=ppt/theme/theme1.xml><?xml version="1.0" encoding="utf-8"?>
<a:theme xmlns:a="http://schemas.openxmlformats.org/drawingml/2006/main" name="Slate">
  <a:themeElements>
    <a:clrScheme name="Slate">
      <a:dk1>
        <a:sysClr val="windowText" lastClr="000000"/>
      </a:dk1>
      <a:lt1>
        <a:sysClr val="window" lastClr="FFFFFF"/>
      </a:lt1>
      <a:dk2>
        <a:srgbClr val="212123"/>
      </a:dk2>
      <a:lt2>
        <a:srgbClr val="DADADA"/>
      </a:lt2>
      <a:accent1>
        <a:srgbClr val="BC451B"/>
      </a:accent1>
      <a:accent2>
        <a:srgbClr val="D3BA68"/>
      </a:accent2>
      <a:accent3>
        <a:srgbClr val="BB8640"/>
      </a:accent3>
      <a:accent4>
        <a:srgbClr val="AD9277"/>
      </a:accent4>
      <a:accent5>
        <a:srgbClr val="A55A43"/>
      </a:accent5>
      <a:accent6>
        <a:srgbClr val="AD9D7B"/>
      </a:accent6>
      <a:hlink>
        <a:srgbClr val="E98052"/>
      </a:hlink>
      <a:folHlink>
        <a:srgbClr val="F4B69B"/>
      </a:folHlink>
    </a:clrScheme>
    <a:fontScheme name="Slate">
      <a:maj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late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ate" id="{C3F70B94-7CE9-428E-ADC1-3269CC2C3385}" vid="{3F2DE9A5-64E6-437C-A389-CC4477E817E8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TM04033929[[fn=Slate]]</Template>
  <TotalTime>53</TotalTime>
  <Words>171</Words>
  <Application>Microsoft Office PowerPoint</Application>
  <PresentationFormat>Widescreen</PresentationFormat>
  <Paragraphs>38</Paragraphs>
  <Slides>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Slate</vt:lpstr>
      <vt:lpstr>რა არის OOP (ობიექტზე ორიენტირებული პროგრამირება)</vt:lpstr>
      <vt:lpstr>რა არის OOP? და რატომ შეიქმნა იგი?</vt:lpstr>
      <vt:lpstr>რა არის კლასი და ობიექტი?</vt:lpstr>
      <vt:lpstr>OOP-ის 4 მთავარი პრინციპი</vt:lpstr>
      <vt:lpstr>სად გამოიყენება OOP?</vt:lpstr>
      <vt:lpstr>დასკვნა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რა არის OOP (ობიექტზე ორიენტირებული პროგრამირება)</dc:title>
  <dc:creator>Anna Davitishvili</dc:creator>
  <cp:lastModifiedBy>Dimitri Davitishvili</cp:lastModifiedBy>
  <cp:revision>2</cp:revision>
  <dcterms:created xsi:type="dcterms:W3CDTF">2026-02-15T19:33:38Z</dcterms:created>
  <dcterms:modified xsi:type="dcterms:W3CDTF">2026-02-15T20:30:21Z</dcterms:modified>
</cp:coreProperties>
</file>